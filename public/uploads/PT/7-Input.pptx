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78" y="9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3180" cy="6858000"/>
          </a:xfrm>
          <a:custGeom>
            <a:avLst/>
            <a:gdLst/>
            <a:ahLst/>
            <a:cxnLst/>
            <a:rect l="l" t="t" r="r" b="b"/>
            <a:pathLst>
              <a:path w="43180" h="6858000">
                <a:moveTo>
                  <a:pt x="0" y="6858000"/>
                </a:moveTo>
                <a:lnTo>
                  <a:pt x="42671" y="6858000"/>
                </a:lnTo>
                <a:lnTo>
                  <a:pt x="4267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52591" y="778891"/>
            <a:ext cx="5277484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3180" cy="6858000"/>
          </a:xfrm>
          <a:custGeom>
            <a:avLst/>
            <a:gdLst/>
            <a:ahLst/>
            <a:cxnLst/>
            <a:rect l="l" t="t" r="r" b="b"/>
            <a:pathLst>
              <a:path w="43180" h="6858000">
                <a:moveTo>
                  <a:pt x="0" y="6858000"/>
                </a:moveTo>
                <a:lnTo>
                  <a:pt x="42671" y="6858000"/>
                </a:lnTo>
                <a:lnTo>
                  <a:pt x="4267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6350" cy="6858000"/>
          </a:xfrm>
          <a:custGeom>
            <a:avLst/>
            <a:gdLst/>
            <a:ahLst/>
            <a:cxnLst/>
            <a:rect l="l" t="t" r="r" b="b"/>
            <a:pathLst>
              <a:path w="6350" h="6858000">
                <a:moveTo>
                  <a:pt x="0" y="6858000"/>
                </a:moveTo>
                <a:lnTo>
                  <a:pt x="6096" y="6858000"/>
                </a:lnTo>
                <a:lnTo>
                  <a:pt x="609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7740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2C241F">
              <a:alpha val="9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3936" y="778891"/>
            <a:ext cx="8487537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8180" y="1559813"/>
            <a:ext cx="9581515" cy="4777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8007350" cy="6858000"/>
            <a:chOff x="961644" y="0"/>
            <a:chExt cx="8007350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7364" y="0"/>
              <a:ext cx="7934325" cy="6858000"/>
            </a:xfrm>
            <a:custGeom>
              <a:avLst/>
              <a:gdLst/>
              <a:ahLst/>
              <a:cxnLst/>
              <a:rect l="l" t="t" r="r" b="b"/>
              <a:pathLst>
                <a:path w="7934325" h="6858000">
                  <a:moveTo>
                    <a:pt x="79339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933944" y="6858000"/>
                  </a:lnTo>
                  <a:lnTo>
                    <a:pt x="79339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41308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74496" y="2088896"/>
            <a:ext cx="294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487932" y="2193163"/>
            <a:ext cx="6972046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tr-TR" sz="6000" b="0" spc="-3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Veri Girişi (</a:t>
            </a:r>
            <a:r>
              <a:rPr lang="tr-TR" sz="6000" b="0" spc="-30" dirty="0" err="1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lang="tr-TR" sz="6000" b="0" spc="-30" dirty="0" err="1" smtClean="0">
                <a:solidFill>
                  <a:srgbClr val="FFFFFF"/>
                </a:solidFill>
                <a:latin typeface="Microsoft Sans Serif"/>
                <a:cs typeface="Microsoft Sans Serif"/>
              </a:rPr>
              <a:t>nput</a:t>
            </a:r>
            <a:r>
              <a:rPr lang="tr-TR" sz="6000" b="0" spc="-3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endParaRPr sz="6000" dirty="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3825" y="4997727"/>
            <a:ext cx="4526915" cy="522579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95"/>
              </a:spcBef>
            </a:pPr>
            <a:r>
              <a:rPr lang="tr-TR" sz="2400" spc="-1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Veri Girişi (</a:t>
            </a:r>
            <a:r>
              <a:rPr lang="tr-TR" dirty="0" err="1" smtClean="0">
                <a:latin typeface="+mn-lt"/>
              </a:rPr>
              <a:t>inpu</a:t>
            </a:r>
            <a:r>
              <a:rPr lang="tr-TR" dirty="0" err="1" smtClean="0">
                <a:latin typeface="+mn-lt"/>
              </a:rPr>
              <a:t>t</a:t>
            </a:r>
            <a:r>
              <a:rPr lang="tr-TR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4521" y="1604708"/>
            <a:ext cx="7582958" cy="36485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Veri Girişi (</a:t>
            </a:r>
            <a:r>
              <a:rPr lang="tr-TR" dirty="0" err="1" smtClean="0">
                <a:latin typeface="+mn-lt"/>
              </a:rPr>
              <a:t>inpu</a:t>
            </a:r>
            <a:r>
              <a:rPr lang="tr-TR" dirty="0" err="1" smtClean="0">
                <a:latin typeface="+mn-lt"/>
              </a:rPr>
              <a:t>t</a:t>
            </a:r>
            <a:r>
              <a:rPr lang="tr-TR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0334" y="1953005"/>
            <a:ext cx="7144747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205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Veri Girişi (</a:t>
            </a:r>
            <a:r>
              <a:rPr lang="tr-TR" dirty="0" err="1" smtClean="0">
                <a:latin typeface="+mn-lt"/>
              </a:rPr>
              <a:t>inpu</a:t>
            </a:r>
            <a:r>
              <a:rPr lang="tr-TR" dirty="0" err="1" smtClean="0">
                <a:latin typeface="+mn-lt"/>
              </a:rPr>
              <a:t>t</a:t>
            </a:r>
            <a:r>
              <a:rPr lang="tr-TR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4259" y="1763827"/>
            <a:ext cx="7401958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288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Veri Girişi (</a:t>
            </a:r>
            <a:r>
              <a:rPr lang="tr-TR" dirty="0" err="1" smtClean="0">
                <a:latin typeface="+mn-lt"/>
              </a:rPr>
              <a:t>inpu</a:t>
            </a:r>
            <a:r>
              <a:rPr lang="tr-TR" dirty="0" err="1" smtClean="0">
                <a:latin typeface="+mn-lt"/>
              </a:rPr>
              <a:t>t</a:t>
            </a:r>
            <a:r>
              <a:rPr lang="tr-TR" dirty="0" smtClean="0">
                <a:latin typeface="+mn-lt"/>
              </a:rPr>
              <a:t>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1755350"/>
            <a:ext cx="6100613" cy="486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205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İç İçe Koşul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 rotWithShape="1">
          <a:blip r:embed="rId5"/>
          <a:srcRect t="19047"/>
          <a:stretch/>
        </p:blipFill>
        <p:spPr>
          <a:xfrm>
            <a:off x="2418378" y="1981199"/>
            <a:ext cx="7554379" cy="445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231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Ödev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2364" y="1763827"/>
            <a:ext cx="7325747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015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81936" y="3089224"/>
            <a:ext cx="923353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tr-TR" sz="490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Alıştırmalar</a:t>
            </a:r>
            <a:endParaRPr sz="49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31</a:t>
            </a:r>
            <a:endParaRPr sz="180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465390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+mn-lt"/>
              </a:rPr>
              <a:t>Yaş Hesaplama Programı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7626" y="1916885"/>
            <a:ext cx="5848869" cy="4506629"/>
          </a:xfrm>
          <a:prstGeom prst="rect">
            <a:avLst/>
          </a:prstGeom>
        </p:spPr>
      </p:pic>
      <p:pic>
        <p:nvPicPr>
          <p:cNvPr id="16" name="Resim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9899" y="3400926"/>
            <a:ext cx="6048889" cy="200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48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+mn-lt"/>
              </a:rPr>
              <a:t>Restoran Hesap Makinesi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7" name="Resim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8072" y="2104642"/>
            <a:ext cx="5886963" cy="4270336"/>
          </a:xfrm>
          <a:prstGeom prst="rect">
            <a:avLst/>
          </a:prstGeom>
        </p:spPr>
      </p:pic>
      <p:pic>
        <p:nvPicPr>
          <p:cNvPr id="18" name="Resim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2675" y="4088755"/>
            <a:ext cx="5293697" cy="2286224"/>
          </a:xfrm>
          <a:prstGeom prst="rect">
            <a:avLst/>
          </a:prstGeom>
        </p:spPr>
      </p:pic>
      <p:pic>
        <p:nvPicPr>
          <p:cNvPr id="19" name="Resim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8350" y="2104642"/>
            <a:ext cx="2143852" cy="322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9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+mn-lt"/>
              </a:rPr>
              <a:t>Basit </a:t>
            </a:r>
            <a:r>
              <a:rPr lang="tr-TR" dirty="0" err="1">
                <a:latin typeface="+mn-lt"/>
              </a:rPr>
              <a:t>Quiz</a:t>
            </a:r>
            <a:r>
              <a:rPr lang="tr-TR" dirty="0">
                <a:latin typeface="+mn-lt"/>
              </a:rPr>
              <a:t> </a:t>
            </a:r>
            <a:r>
              <a:rPr lang="tr-TR" dirty="0" smtClean="0">
                <a:latin typeface="+mn-lt"/>
              </a:rPr>
              <a:t>Oyunu (1)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4251" y="1855339"/>
            <a:ext cx="5672653" cy="4618638"/>
          </a:xfrm>
          <a:prstGeom prst="rect">
            <a:avLst/>
          </a:prstGeom>
        </p:spPr>
      </p:pic>
      <p:pic>
        <p:nvPicPr>
          <p:cNvPr id="16" name="Resim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6685" y="1855338"/>
            <a:ext cx="6044677" cy="444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238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>
                <a:latin typeface="+mn-lt"/>
              </a:rPr>
              <a:t>Basit </a:t>
            </a:r>
            <a:r>
              <a:rPr lang="tr-TR" dirty="0" err="1">
                <a:latin typeface="+mn-lt"/>
              </a:rPr>
              <a:t>Quiz</a:t>
            </a:r>
            <a:r>
              <a:rPr lang="tr-TR" dirty="0">
                <a:latin typeface="+mn-lt"/>
              </a:rPr>
              <a:t> </a:t>
            </a:r>
            <a:r>
              <a:rPr lang="tr-TR" dirty="0" smtClean="0">
                <a:latin typeface="+mn-lt"/>
              </a:rPr>
              <a:t>Oyunu (2)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7" name="Resim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5893" y="1639341"/>
            <a:ext cx="6053444" cy="3999459"/>
          </a:xfrm>
          <a:prstGeom prst="rect">
            <a:avLst/>
          </a:prstGeom>
        </p:spPr>
      </p:pic>
      <p:pic>
        <p:nvPicPr>
          <p:cNvPr id="18" name="Resim 17"/>
          <p:cNvPicPr>
            <a:picLocks noChangeAspect="1"/>
          </p:cNvPicPr>
          <p:nvPr/>
        </p:nvPicPr>
        <p:blipFill rotWithShape="1">
          <a:blip r:embed="rId6"/>
          <a:srcRect r="15378"/>
          <a:stretch/>
        </p:blipFill>
        <p:spPr>
          <a:xfrm>
            <a:off x="5928659" y="2783690"/>
            <a:ext cx="5102814" cy="383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96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Vücut Kitle Endeksi (1)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2510" y="1676400"/>
            <a:ext cx="5515490" cy="4325455"/>
          </a:xfrm>
          <a:prstGeom prst="rect">
            <a:avLst/>
          </a:prstGeom>
        </p:spPr>
      </p:pic>
      <p:pic>
        <p:nvPicPr>
          <p:cNvPr id="16" name="Resim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1531" y="2191624"/>
            <a:ext cx="5659942" cy="424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15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Vücut Kitle Endeksi (2)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7" name="Resim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8071" y="1639341"/>
            <a:ext cx="7168923" cy="4813156"/>
          </a:xfrm>
          <a:prstGeom prst="rect">
            <a:avLst/>
          </a:prstGeom>
        </p:spPr>
      </p:pic>
      <p:pic>
        <p:nvPicPr>
          <p:cNvPr id="18" name="Resim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7532" y="1755670"/>
            <a:ext cx="3719635" cy="469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59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81936" y="3089224"/>
            <a:ext cx="923353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tr-TR" sz="490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Önemli Notlar</a:t>
            </a:r>
            <a:endParaRPr sz="49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31</a:t>
            </a:r>
            <a:endParaRPr sz="180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702014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 smtClean="0">
                <a:latin typeface="+mn-lt"/>
              </a:rPr>
              <a:t>İ</a:t>
            </a:r>
            <a:r>
              <a:rPr lang="tr-TR" dirty="0" err="1" smtClean="0">
                <a:latin typeface="+mn-lt"/>
              </a:rPr>
              <a:t>nput</a:t>
            </a:r>
            <a:r>
              <a:rPr lang="tr-TR" dirty="0" smtClean="0">
                <a:latin typeface="+mn-lt"/>
              </a:rPr>
              <a:t>() Kullanımı Hakkında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7" name="Resim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3992" y="1651395"/>
            <a:ext cx="6464808" cy="513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131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</TotalTime>
  <Words>100</Words>
  <Application>Microsoft Office PowerPoint</Application>
  <PresentationFormat>Geniş ekran</PresentationFormat>
  <Paragraphs>50</Paragraphs>
  <Slides>16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1" baseType="lpstr">
      <vt:lpstr>Arial</vt:lpstr>
      <vt:lpstr>Calibri</vt:lpstr>
      <vt:lpstr>Lucida Sans Unicode</vt:lpstr>
      <vt:lpstr>Microsoft Sans Serif</vt:lpstr>
      <vt:lpstr>Office Theme</vt:lpstr>
      <vt:lpstr>Veri Girişi (input)</vt:lpstr>
      <vt:lpstr>Veri Girişi (input)</vt:lpstr>
      <vt:lpstr>Veri Girişi (input)</vt:lpstr>
      <vt:lpstr>Veri Girişi (input)</vt:lpstr>
      <vt:lpstr>Veri Girişi (input)</vt:lpstr>
      <vt:lpstr>İç İçe Koşul</vt:lpstr>
      <vt:lpstr>Ödev</vt:lpstr>
      <vt:lpstr>PowerPoint Sunusu</vt:lpstr>
      <vt:lpstr>Yaş Hesaplama Programı</vt:lpstr>
      <vt:lpstr>Restoran Hesap Makinesi</vt:lpstr>
      <vt:lpstr>Basit Quiz Oyunu (1)</vt:lpstr>
      <vt:lpstr>Basit Quiz Oyunu (2)</vt:lpstr>
      <vt:lpstr>Vücut Kitle Endeksi (1)</vt:lpstr>
      <vt:lpstr>Vücut Kitle Endeksi (2)</vt:lpstr>
      <vt:lpstr>PowerPoint Sunusu</vt:lpstr>
      <vt:lpstr>İnput() Kullanımı Hakkında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Esin Ünal</dc:creator>
  <cp:lastModifiedBy>Halil Arslan</cp:lastModifiedBy>
  <cp:revision>62</cp:revision>
  <dcterms:created xsi:type="dcterms:W3CDTF">2025-10-19T19:10:34Z</dcterms:created>
  <dcterms:modified xsi:type="dcterms:W3CDTF">2026-01-03T21:42:39Z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2025-10-19T00:00:00Z</vt:filetime>
  </property>
  <property fmtid="{D5CDD505-2E9C-101B-9397-08002B2CF9AE}" pid="5" name="Producer">
    <vt:lpwstr>Microsoft® PowerPoint® 2016</vt:lpwstr>
  </property>
</Properties>
</file>