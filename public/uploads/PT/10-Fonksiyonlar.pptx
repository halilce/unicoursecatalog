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302" r:id="rId12"/>
    <p:sldId id="303" r:id="rId13"/>
    <p:sldId id="263" r:id="rId14"/>
    <p:sldId id="264" r:id="rId15"/>
    <p:sldId id="284" r:id="rId16"/>
    <p:sldId id="294" r:id="rId17"/>
    <p:sldId id="295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9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52591" y="778891"/>
            <a:ext cx="5277484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6350" cy="6858000"/>
          </a:xfrm>
          <a:custGeom>
            <a:avLst/>
            <a:gdLst/>
            <a:ahLst/>
            <a:cxnLst/>
            <a:rect l="l" t="t" r="r" b="b"/>
            <a:pathLst>
              <a:path w="6350" h="6858000">
                <a:moveTo>
                  <a:pt x="0" y="6858000"/>
                </a:moveTo>
                <a:lnTo>
                  <a:pt x="6096" y="6858000"/>
                </a:lnTo>
                <a:lnTo>
                  <a:pt x="609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40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936" y="778891"/>
            <a:ext cx="8487537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59813"/>
            <a:ext cx="9581515" cy="4777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8007350" cy="6858000"/>
            <a:chOff x="961644" y="0"/>
            <a:chExt cx="8007350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7364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8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87932" y="2193163"/>
            <a:ext cx="697204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6000" b="0" spc="-3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Fonksiyonlar</a:t>
            </a:r>
            <a:endParaRPr sz="60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Fonksiyonlar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4732" y="1944848"/>
            <a:ext cx="7421011" cy="41630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Fonksiyonlar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936" y="1915465"/>
            <a:ext cx="8011643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1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Fonksiyonlar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576" y="1600850"/>
            <a:ext cx="5020376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5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Fonksiyonlar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679" y="1985761"/>
            <a:ext cx="746864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43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Fonksiyonlar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0917" y="1755670"/>
            <a:ext cx="7468642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03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Fonksiyonlar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6271" y="2093185"/>
            <a:ext cx="7468642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3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Fonksiyonlar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1168" y="2069632"/>
            <a:ext cx="7497221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Fonksiyonlar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0469" y="1673866"/>
            <a:ext cx="7249537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61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Global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4911" y="1944848"/>
            <a:ext cx="7563906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07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Özet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051" y="1598767"/>
            <a:ext cx="8074366" cy="513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7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Özet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6122" y="1718263"/>
            <a:ext cx="7893565" cy="489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52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1936" y="3089224"/>
            <a:ext cx="92335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Alıştırmalar</a:t>
            </a:r>
            <a:endParaRPr sz="49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465390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Market Alışverişi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8272" y="1953161"/>
            <a:ext cx="8354591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48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Kahve Siparişi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8293" y="2093185"/>
            <a:ext cx="8316486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42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Yol Süresi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6" name="Resim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6120" y="2106027"/>
            <a:ext cx="8383170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18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Telefon Faturası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421" y="2134325"/>
            <a:ext cx="8354591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97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</TotalTime>
  <Words>56</Words>
  <Application>Microsoft Office PowerPoint</Application>
  <PresentationFormat>Geniş ekran</PresentationFormat>
  <Paragraphs>52</Paragraphs>
  <Slides>17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2" baseType="lpstr">
      <vt:lpstr>Arial</vt:lpstr>
      <vt:lpstr>Calibri</vt:lpstr>
      <vt:lpstr>Lucida Sans Unicode</vt:lpstr>
      <vt:lpstr>Microsoft Sans Serif</vt:lpstr>
      <vt:lpstr>Office Theme</vt:lpstr>
      <vt:lpstr>Fonksiyonlar</vt:lpstr>
      <vt:lpstr>Fonksiyonlar</vt:lpstr>
      <vt:lpstr>Fonksiyonlar</vt:lpstr>
      <vt:lpstr>Fonksiyonlar</vt:lpstr>
      <vt:lpstr>Fonksiyonlar</vt:lpstr>
      <vt:lpstr>Fonksiyonlar</vt:lpstr>
      <vt:lpstr>Fonksiyonlar</vt:lpstr>
      <vt:lpstr>Fonksiyonlar</vt:lpstr>
      <vt:lpstr>Fonksiyonlar</vt:lpstr>
      <vt:lpstr>Global</vt:lpstr>
      <vt:lpstr>Özet</vt:lpstr>
      <vt:lpstr>Özet</vt:lpstr>
      <vt:lpstr>PowerPoint Sunusu</vt:lpstr>
      <vt:lpstr>Market Alışverişi</vt:lpstr>
      <vt:lpstr>Kahve Siparişi</vt:lpstr>
      <vt:lpstr>Yol Süresi</vt:lpstr>
      <vt:lpstr>Telefon Faturası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Esin Ünal</dc:creator>
  <cp:lastModifiedBy>Halil Arslan</cp:lastModifiedBy>
  <cp:revision>147</cp:revision>
  <dcterms:created xsi:type="dcterms:W3CDTF">2025-10-19T19:10:34Z</dcterms:created>
  <dcterms:modified xsi:type="dcterms:W3CDTF">2026-01-03T23:16:40Z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