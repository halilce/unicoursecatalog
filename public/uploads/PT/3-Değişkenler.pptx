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323" r:id="rId4"/>
    <p:sldId id="325" r:id="rId5"/>
    <p:sldId id="326" r:id="rId6"/>
    <p:sldId id="345" r:id="rId7"/>
    <p:sldId id="327" r:id="rId8"/>
    <p:sldId id="337" r:id="rId9"/>
    <p:sldId id="259" r:id="rId10"/>
    <p:sldId id="340" r:id="rId11"/>
    <p:sldId id="324" r:id="rId12"/>
    <p:sldId id="339" r:id="rId13"/>
    <p:sldId id="346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75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17C3B-1BFC-4645-9A7E-CFD598D7AF85}" type="datetimeFigureOut">
              <a:rPr lang="tr-TR" smtClean="0"/>
              <a:t>9.11.2025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C8A4B9-0741-462C-B321-6B0FE3B75F6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8742268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ED14F1-F049-4039-9D45-C21EC6A01681}" type="datetimeFigureOut">
              <a:rPr lang="tr-TR" smtClean="0"/>
              <a:t>9.11.2025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2333F2-83F2-4E70-A193-61FE464B475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170284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941054" y="778891"/>
            <a:ext cx="2090038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D91FF7-987F-49A6-8465-DDAFB3FDBE46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195AEA-B31B-4927-BAEB-89FE4F6867FA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45DF0-34D0-47CC-A354-ED04965C8C2C}" type="datetime1">
              <a:rPr lang="en-US" smtClean="0"/>
              <a:t>11/9/2025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1D5A6-3674-4970-BF02-4C9200B17B5E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45720" cy="6858000"/>
          </a:xfrm>
          <a:custGeom>
            <a:avLst/>
            <a:gdLst/>
            <a:ahLst/>
            <a:cxnLst/>
            <a:rect l="l" t="t" r="r" b="b"/>
            <a:pathLst>
              <a:path w="45719" h="6858000">
                <a:moveTo>
                  <a:pt x="45719" y="0"/>
                </a:moveTo>
                <a:lnTo>
                  <a:pt x="0" y="0"/>
                </a:lnTo>
                <a:lnTo>
                  <a:pt x="0" y="6858000"/>
                </a:lnTo>
                <a:lnTo>
                  <a:pt x="45719" y="6858000"/>
                </a:lnTo>
                <a:lnTo>
                  <a:pt x="457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67739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2C241F">
              <a:alpha val="9215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59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F9369D-FF24-45DF-A56F-4FB39123F2A1}" type="datetime1">
              <a:rPr lang="en-US" smtClean="0"/>
              <a:t>11/9/2025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45720" cy="6858000"/>
          </a:xfrm>
          <a:custGeom>
            <a:avLst/>
            <a:gdLst/>
            <a:ahLst/>
            <a:cxnLst/>
            <a:rect l="l" t="t" r="r" b="b"/>
            <a:pathLst>
              <a:path w="45719" h="6858000">
                <a:moveTo>
                  <a:pt x="45719" y="0"/>
                </a:moveTo>
                <a:lnTo>
                  <a:pt x="0" y="0"/>
                </a:lnTo>
                <a:lnTo>
                  <a:pt x="0" y="6858000"/>
                </a:lnTo>
                <a:lnTo>
                  <a:pt x="45719" y="6858000"/>
                </a:lnTo>
                <a:lnTo>
                  <a:pt x="457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316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59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93058" y="778891"/>
            <a:ext cx="7143368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48180" y="1516888"/>
            <a:ext cx="9582150" cy="4255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E9150-29C0-4E38-BF4E-9A0BF4C5E418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007363" y="0"/>
            <a:ext cx="7961630" cy="6858000"/>
            <a:chOff x="1007363" y="0"/>
            <a:chExt cx="7961630" cy="6858000"/>
          </a:xfrm>
        </p:grpSpPr>
        <p:sp>
          <p:nvSpPr>
            <p:cNvPr id="9" name="object 9"/>
            <p:cNvSpPr/>
            <p:nvPr/>
          </p:nvSpPr>
          <p:spPr>
            <a:xfrm>
              <a:off x="1007363" y="0"/>
              <a:ext cx="7934325" cy="6858000"/>
            </a:xfrm>
            <a:custGeom>
              <a:avLst/>
              <a:gdLst/>
              <a:ahLst/>
              <a:cxnLst/>
              <a:rect l="l" t="t" r="r" b="b"/>
              <a:pathLst>
                <a:path w="7934325" h="6858000">
                  <a:moveTo>
                    <a:pt x="79339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933944" y="6858000"/>
                  </a:lnTo>
                  <a:lnTo>
                    <a:pt x="7933944" y="0"/>
                  </a:lnTo>
                  <a:close/>
                </a:path>
              </a:pathLst>
            </a:custGeom>
            <a:solidFill>
              <a:srgbClr val="2C241F">
                <a:alpha val="9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41307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613153" y="2121865"/>
            <a:ext cx="6847840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tr-TR" sz="6000" b="0" dirty="0" smtClean="0">
                <a:solidFill>
                  <a:srgbClr val="FFFFFF"/>
                </a:solidFill>
              </a:rPr>
              <a:t>PYTHON DEĞİŞKENLER</a:t>
            </a:r>
            <a:endParaRPr sz="60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33825" y="4997727"/>
            <a:ext cx="4526915" cy="522579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R="6985" algn="r">
              <a:lnSpc>
                <a:spcPct val="100000"/>
              </a:lnSpc>
              <a:spcBef>
                <a:spcPts val="1095"/>
              </a:spcBef>
            </a:pPr>
            <a:r>
              <a:rPr lang="tr-TR" sz="2400" spc="-10" dirty="0" err="1" smtClean="0">
                <a:solidFill>
                  <a:srgbClr val="FFFFFF"/>
                </a:solidFill>
                <a:latin typeface="Arial"/>
                <a:cs typeface="Arial"/>
              </a:rPr>
              <a:t>Öğr</a:t>
            </a:r>
            <a:r>
              <a:rPr lang="tr-TR" sz="2400" spc="-10" dirty="0" smtClean="0">
                <a:solidFill>
                  <a:srgbClr val="FFFFFF"/>
                </a:solidFill>
                <a:latin typeface="Arial"/>
                <a:cs typeface="Arial"/>
              </a:rPr>
              <a:t>. Gör. Halil ARSLAN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1" name="Slayt Numarası Yer Tutucusu 10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tr-TR" smtClean="0"/>
              <a:t>1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93058" y="778891"/>
            <a:ext cx="7143368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550" algn="r">
              <a:lnSpc>
                <a:spcPct val="100000"/>
              </a:lnSpc>
              <a:spcBef>
                <a:spcPts val="95"/>
              </a:spcBef>
            </a:pPr>
            <a:r>
              <a:rPr lang="tr-TR" dirty="0" err="1" smtClean="0"/>
              <a:t>Python</a:t>
            </a:r>
            <a:r>
              <a:rPr lang="tr-TR" dirty="0" smtClean="0"/>
              <a:t> Değişkenler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  <p:sp>
        <p:nvSpPr>
          <p:cNvPr id="12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2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pic>
        <p:nvPicPr>
          <p:cNvPr id="9" name="Resim 8"/>
          <p:cNvPicPr>
            <a:picLocks noChangeAspect="1"/>
          </p:cNvPicPr>
          <p:nvPr/>
        </p:nvPicPr>
        <p:blipFill rotWithShape="1">
          <a:blip r:embed="rId2"/>
          <a:srcRect t="17906"/>
          <a:stretch/>
        </p:blipFill>
        <p:spPr>
          <a:xfrm>
            <a:off x="1910237" y="1580717"/>
            <a:ext cx="8668960" cy="50677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93058" y="778891"/>
            <a:ext cx="7143368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5125" algn="r">
              <a:lnSpc>
                <a:spcPct val="100000"/>
              </a:lnSpc>
              <a:spcBef>
                <a:spcPts val="95"/>
              </a:spcBef>
            </a:pPr>
            <a:r>
              <a:rPr lang="tr-TR" dirty="0" err="1" smtClean="0"/>
              <a:t>Python</a:t>
            </a:r>
            <a:r>
              <a:rPr lang="tr-TR" dirty="0" smtClean="0"/>
              <a:t> Değişken Örnekleri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r>
              <a:rPr lang="tr-TR" sz="2000" b="1" dirty="0" smtClean="0">
                <a:solidFill>
                  <a:schemeClr val="bg1"/>
                </a:solidFill>
              </a:rPr>
              <a:t>3</a:t>
            </a:r>
            <a:endParaRPr lang="tr-TR" sz="2000" b="1" dirty="0">
              <a:solidFill>
                <a:schemeClr val="bg1"/>
              </a:solidFill>
            </a:endParaRPr>
          </a:p>
        </p:txBody>
      </p:sp>
      <p:pic>
        <p:nvPicPr>
          <p:cNvPr id="9" name="Resim 8"/>
          <p:cNvPicPr>
            <a:picLocks noChangeAspect="1"/>
          </p:cNvPicPr>
          <p:nvPr/>
        </p:nvPicPr>
        <p:blipFill rotWithShape="1">
          <a:blip r:embed="rId2"/>
          <a:srcRect t="24197"/>
          <a:stretch/>
        </p:blipFill>
        <p:spPr>
          <a:xfrm>
            <a:off x="1890125" y="2057400"/>
            <a:ext cx="8411749" cy="4029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069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93058" y="778891"/>
            <a:ext cx="7143368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550" algn="r">
              <a:lnSpc>
                <a:spcPct val="100000"/>
              </a:lnSpc>
              <a:spcBef>
                <a:spcPts val="95"/>
              </a:spcBef>
            </a:pPr>
            <a:r>
              <a:rPr lang="tr-TR" dirty="0" err="1" smtClean="0"/>
              <a:t>Python’da</a:t>
            </a:r>
            <a:r>
              <a:rPr lang="tr-TR" dirty="0" smtClean="0"/>
              <a:t> Değişken İsimlendirme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r>
              <a:rPr lang="tr-TR" sz="2000" b="1" dirty="0">
                <a:solidFill>
                  <a:schemeClr val="bg1"/>
                </a:solidFill>
              </a:rPr>
              <a:t>4</a:t>
            </a:r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 rotWithShape="1">
          <a:blip r:embed="rId2"/>
          <a:srcRect t="19480"/>
          <a:stretch/>
        </p:blipFill>
        <p:spPr>
          <a:xfrm>
            <a:off x="1752600" y="1793331"/>
            <a:ext cx="8678486" cy="4824830"/>
          </a:xfrm>
          <a:prstGeom prst="rect">
            <a:avLst/>
          </a:prstGeom>
          <a:solidFill>
            <a:schemeClr val="accent2"/>
          </a:solidFill>
        </p:spPr>
      </p:pic>
      <p:sp>
        <p:nvSpPr>
          <p:cNvPr id="9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4234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048000" y="778891"/>
            <a:ext cx="7988426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5125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/>
              <a:t>Değişken İsimlendirme Yöntemleri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r>
              <a:rPr lang="tr-TR" sz="2000" b="1" dirty="0" smtClean="0">
                <a:solidFill>
                  <a:schemeClr val="bg1"/>
                </a:solidFill>
              </a:rPr>
              <a:t>5</a:t>
            </a:r>
            <a:endParaRPr lang="tr-TR" sz="2000" b="1" dirty="0">
              <a:solidFill>
                <a:schemeClr val="bg1"/>
              </a:solidFill>
            </a:endParaRPr>
          </a:p>
        </p:txBody>
      </p:sp>
      <p:pic>
        <p:nvPicPr>
          <p:cNvPr id="9" name="Resim 8"/>
          <p:cNvPicPr>
            <a:picLocks noChangeAspect="1"/>
          </p:cNvPicPr>
          <p:nvPr/>
        </p:nvPicPr>
        <p:blipFill rotWithShape="1">
          <a:blip r:embed="rId2"/>
          <a:srcRect t="16585"/>
          <a:stretch/>
        </p:blipFill>
        <p:spPr>
          <a:xfrm>
            <a:off x="1957869" y="1634367"/>
            <a:ext cx="8573696" cy="498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767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048000" y="778891"/>
            <a:ext cx="7988426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5125" algn="r">
              <a:lnSpc>
                <a:spcPct val="100000"/>
              </a:lnSpc>
              <a:spcBef>
                <a:spcPts val="95"/>
              </a:spcBef>
            </a:pPr>
            <a:r>
              <a:rPr lang="tr-TR" dirty="0" err="1" smtClean="0"/>
              <a:t>Notasyon</a:t>
            </a:r>
            <a:r>
              <a:rPr lang="tr-TR" dirty="0" smtClean="0"/>
              <a:t> Örnekleri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r>
              <a:rPr lang="tr-TR" sz="2000" b="1" dirty="0">
                <a:solidFill>
                  <a:schemeClr val="bg1"/>
                </a:solidFill>
              </a:rPr>
              <a:t>6</a:t>
            </a:r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 rotWithShape="1">
          <a:blip r:embed="rId2"/>
          <a:srcRect t="19044"/>
          <a:stretch/>
        </p:blipFill>
        <p:spPr>
          <a:xfrm>
            <a:off x="1905000" y="1634772"/>
            <a:ext cx="8421275" cy="4982004"/>
          </a:xfrm>
          <a:prstGeom prst="rect">
            <a:avLst/>
          </a:prstGeom>
        </p:spPr>
      </p:pic>
      <p:sp>
        <p:nvSpPr>
          <p:cNvPr id="9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8957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24000" y="778891"/>
            <a:ext cx="9512426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5125" algn="r">
              <a:lnSpc>
                <a:spcPct val="100000"/>
              </a:lnSpc>
              <a:spcBef>
                <a:spcPts val="95"/>
              </a:spcBef>
            </a:pPr>
            <a:r>
              <a:rPr lang="tr-TR" dirty="0" err="1" smtClean="0"/>
              <a:t>Python’da</a:t>
            </a:r>
            <a:r>
              <a:rPr lang="tr-TR" dirty="0" smtClean="0"/>
              <a:t> Kullanılmayan Kelimeler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r>
              <a:rPr lang="tr-TR" sz="2000" b="1" dirty="0">
                <a:solidFill>
                  <a:schemeClr val="bg1"/>
                </a:solidFill>
              </a:rPr>
              <a:t>7</a:t>
            </a:r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 rotWithShape="1">
          <a:blip r:embed="rId2"/>
          <a:srcRect t="21934"/>
          <a:stretch/>
        </p:blipFill>
        <p:spPr>
          <a:xfrm>
            <a:off x="1832967" y="1752600"/>
            <a:ext cx="8526065" cy="4662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017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93058" y="778891"/>
            <a:ext cx="7143368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5125" algn="r">
              <a:lnSpc>
                <a:spcPct val="100000"/>
              </a:lnSpc>
              <a:spcBef>
                <a:spcPts val="95"/>
              </a:spcBef>
            </a:pPr>
            <a:r>
              <a:rPr lang="tr-TR" dirty="0" err="1" smtClean="0"/>
              <a:t>Keyword</a:t>
            </a:r>
            <a:r>
              <a:rPr lang="tr-TR" dirty="0" smtClean="0"/>
              <a:t> </a:t>
            </a:r>
            <a:r>
              <a:rPr lang="tr-TR" dirty="0" err="1" smtClean="0"/>
              <a:t>List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r>
              <a:rPr lang="tr-TR" sz="2000" b="1" dirty="0" smtClean="0">
                <a:solidFill>
                  <a:schemeClr val="bg1"/>
                </a:solidFill>
              </a:rPr>
              <a:t>8</a:t>
            </a:r>
            <a:endParaRPr lang="tr-TR" sz="2000" b="1" dirty="0">
              <a:solidFill>
                <a:schemeClr val="bg1"/>
              </a:solidFill>
            </a:endParaRPr>
          </a:p>
        </p:txBody>
      </p:sp>
      <p:pic>
        <p:nvPicPr>
          <p:cNvPr id="9" name="Resim 8"/>
          <p:cNvPicPr>
            <a:picLocks noChangeAspect="1"/>
          </p:cNvPicPr>
          <p:nvPr/>
        </p:nvPicPr>
        <p:blipFill rotWithShape="1">
          <a:blip r:embed="rId2"/>
          <a:srcRect t="14446"/>
          <a:stretch/>
        </p:blipFill>
        <p:spPr>
          <a:xfrm>
            <a:off x="2133600" y="1571019"/>
            <a:ext cx="8459381" cy="5248703"/>
          </a:xfrm>
          <a:prstGeom prst="rect">
            <a:avLst/>
          </a:prstGeom>
        </p:spPr>
      </p:pic>
      <p:sp>
        <p:nvSpPr>
          <p:cNvPr id="7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0963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18488" y="3163900"/>
            <a:ext cx="9302877" cy="766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95"/>
              </a:spcBef>
            </a:pPr>
            <a:r>
              <a:rPr lang="tr-TR" sz="4900" dirty="0" smtClean="0">
                <a:solidFill>
                  <a:srgbClr val="FFFFFF"/>
                </a:solidFill>
                <a:latin typeface="Arial"/>
                <a:cs typeface="Arial"/>
              </a:rPr>
              <a:t>EK BİLGİLER</a:t>
            </a:r>
            <a:endParaRPr sz="49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r>
              <a:rPr lang="tr-TR" sz="2000" b="1" dirty="0">
                <a:solidFill>
                  <a:schemeClr val="bg1"/>
                </a:solidFill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76400" y="778891"/>
            <a:ext cx="9360026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5125" algn="r">
              <a:lnSpc>
                <a:spcPct val="100000"/>
              </a:lnSpc>
              <a:spcBef>
                <a:spcPts val="95"/>
              </a:spcBef>
            </a:pPr>
            <a:r>
              <a:rPr lang="tr-TR" dirty="0" err="1" smtClean="0"/>
              <a:t>Garbage</a:t>
            </a:r>
            <a:r>
              <a:rPr lang="tr-TR" dirty="0" smtClean="0"/>
              <a:t> </a:t>
            </a:r>
            <a:r>
              <a:rPr lang="tr-TR" dirty="0" err="1" smtClean="0"/>
              <a:t>Collector</a:t>
            </a:r>
            <a:r>
              <a:rPr lang="tr-TR" dirty="0" smtClean="0"/>
              <a:t> (Çöp Toplayıcı)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10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 rotWithShape="1">
          <a:blip r:embed="rId2"/>
          <a:srcRect t="21479"/>
          <a:stretch/>
        </p:blipFill>
        <p:spPr>
          <a:xfrm>
            <a:off x="2190205" y="1752600"/>
            <a:ext cx="7811590" cy="4615272"/>
          </a:xfrm>
          <a:prstGeom prst="rect">
            <a:avLst/>
          </a:prstGeom>
        </p:spPr>
      </p:pic>
      <p:sp>
        <p:nvSpPr>
          <p:cNvPr id="9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9477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93058" y="778891"/>
            <a:ext cx="7143368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2563" algn="r">
              <a:lnSpc>
                <a:spcPct val="100000"/>
              </a:lnSpc>
              <a:spcBef>
                <a:spcPts val="95"/>
              </a:spcBef>
            </a:pPr>
            <a:r>
              <a:rPr lang="tr-TR" dirty="0" err="1"/>
              <a:t>p</a:t>
            </a:r>
            <a:r>
              <a:rPr lang="tr-TR" dirty="0" err="1" smtClean="0"/>
              <a:t>rint</a:t>
            </a:r>
            <a:r>
              <a:rPr lang="tr-TR" dirty="0" smtClean="0"/>
              <a:t>() Fonksiyonu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r>
              <a:rPr lang="tr-TR" sz="2000" b="1" dirty="0" smtClean="0">
                <a:solidFill>
                  <a:schemeClr val="bg1"/>
                </a:solidFill>
              </a:rPr>
              <a:t>18</a:t>
            </a:r>
          </a:p>
        </p:txBody>
      </p:sp>
      <p:pic>
        <p:nvPicPr>
          <p:cNvPr id="9" name="Resim 8"/>
          <p:cNvPicPr>
            <a:picLocks noChangeAspect="1"/>
          </p:cNvPicPr>
          <p:nvPr/>
        </p:nvPicPr>
        <p:blipFill rotWithShape="1">
          <a:blip r:embed="rId2"/>
          <a:srcRect t="21278"/>
          <a:stretch/>
        </p:blipFill>
        <p:spPr>
          <a:xfrm>
            <a:off x="2004441" y="1905000"/>
            <a:ext cx="8183117" cy="4177082"/>
          </a:xfrm>
          <a:prstGeom prst="rect">
            <a:avLst/>
          </a:prstGeom>
        </p:spPr>
      </p:pic>
      <p:sp>
        <p:nvSpPr>
          <p:cNvPr id="10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2983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93058" y="778891"/>
            <a:ext cx="7143368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5125" algn="r">
              <a:lnSpc>
                <a:spcPct val="100000"/>
              </a:lnSpc>
              <a:spcBef>
                <a:spcPts val="95"/>
              </a:spcBef>
            </a:pPr>
            <a:r>
              <a:rPr lang="tr-TR" dirty="0" err="1" smtClean="0"/>
              <a:t>print</a:t>
            </a:r>
            <a:r>
              <a:rPr lang="tr-TR" dirty="0" smtClean="0"/>
              <a:t> () Örnekleri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12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pic>
        <p:nvPicPr>
          <p:cNvPr id="9" name="Resim 8"/>
          <p:cNvPicPr>
            <a:picLocks noChangeAspect="1"/>
          </p:cNvPicPr>
          <p:nvPr/>
        </p:nvPicPr>
        <p:blipFill rotWithShape="1">
          <a:blip r:embed="rId2"/>
          <a:srcRect t="21386"/>
          <a:stretch/>
        </p:blipFill>
        <p:spPr>
          <a:xfrm>
            <a:off x="2133047" y="1752600"/>
            <a:ext cx="7925906" cy="4605746"/>
          </a:xfrm>
          <a:prstGeom prst="rect">
            <a:avLst/>
          </a:prstGeom>
        </p:spPr>
      </p:pic>
      <p:sp>
        <p:nvSpPr>
          <p:cNvPr id="7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270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93058" y="778891"/>
            <a:ext cx="7143368" cy="5354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5125" algn="r">
              <a:lnSpc>
                <a:spcPct val="100000"/>
              </a:lnSpc>
              <a:spcBef>
                <a:spcPts val="95"/>
              </a:spcBef>
            </a:pPr>
            <a:r>
              <a:rPr lang="tr-TR" dirty="0" smtClean="0"/>
              <a:t>Kaçış Karakterleri / Dizileri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Arial"/>
                <a:cs typeface="Arial"/>
              </a:rPr>
              <a:t>22.09.2025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Slayt Numarası Yer Tutucusu 11"/>
          <p:cNvSpPr>
            <a:spLocks noGrp="1"/>
          </p:cNvSpPr>
          <p:nvPr>
            <p:ph type="sldNum" sz="quarter" idx="7"/>
          </p:nvPr>
        </p:nvSpPr>
        <p:spPr>
          <a:xfrm>
            <a:off x="184900" y="228600"/>
            <a:ext cx="577100" cy="307777"/>
          </a:xfrm>
        </p:spPr>
        <p:txBody>
          <a:bodyPr/>
          <a:lstStyle/>
          <a:p>
            <a:fld id="{B6F15528-21DE-4FAA-801E-634DDDAF4B2B}" type="slidenum">
              <a:rPr lang="tr-TR" sz="2000" b="1" smtClean="0">
                <a:solidFill>
                  <a:schemeClr val="bg1"/>
                </a:solidFill>
              </a:rPr>
              <a:t>13</a:t>
            </a:fld>
            <a:endParaRPr lang="tr-TR" sz="2000" b="1" dirty="0">
              <a:solidFill>
                <a:schemeClr val="bg1"/>
              </a:solidFill>
            </a:endParaRPr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 rotWithShape="1">
          <a:blip r:embed="rId2"/>
          <a:srcRect t="21278"/>
          <a:stretch/>
        </p:blipFill>
        <p:spPr>
          <a:xfrm>
            <a:off x="1885362" y="1905000"/>
            <a:ext cx="8421275" cy="4177082"/>
          </a:xfrm>
          <a:prstGeom prst="rect">
            <a:avLst/>
          </a:prstGeom>
        </p:spPr>
      </p:pic>
      <p:sp>
        <p:nvSpPr>
          <p:cNvPr id="9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47057" y="3172638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4604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Words>93</Words>
  <Application>Microsoft Office PowerPoint</Application>
  <PresentationFormat>Geniş ekran</PresentationFormat>
  <Paragraphs>47</Paragraphs>
  <Slides>13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PYTHON DEĞİŞKENLER</vt:lpstr>
      <vt:lpstr>Python Değişkenler</vt:lpstr>
      <vt:lpstr>Python Değişken Örnekleri</vt:lpstr>
      <vt:lpstr>Python’da Değişken İsimlendirme</vt:lpstr>
      <vt:lpstr>Değişken İsimlendirme Yöntemleri</vt:lpstr>
      <vt:lpstr>Notasyon Örnekleri</vt:lpstr>
      <vt:lpstr>Python’da Kullanılmayan Kelimeler</vt:lpstr>
      <vt:lpstr>Keyword List</vt:lpstr>
      <vt:lpstr>PowerPoint Sunusu</vt:lpstr>
      <vt:lpstr>Garbage Collector (Çöp Toplayıcı)</vt:lpstr>
      <vt:lpstr>print() Fonksiyonu</vt:lpstr>
      <vt:lpstr>print () Örnekleri</vt:lpstr>
      <vt:lpstr>Kaçış Karakterleri / Dizileri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Bilgisayar Donanımı</dc:title>
  <dc:creator>Erkan Kaynak</dc:creator>
  <cp:lastModifiedBy>Halil Arslan</cp:lastModifiedBy>
  <cp:revision>31</cp:revision>
  <dcterms:created xsi:type="dcterms:W3CDTF">2025-10-19T18:39:34Z</dcterms:created>
  <dcterms:modified xsi:type="dcterms:W3CDTF">2025-11-08T22:26:19Z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2025-10-19T00:00:00Z</vt:filetime>
  </property>
  <property fmtid="{D5CDD505-2E9C-101B-9397-08002B2CF9AE}" pid="5" name="Producer">
    <vt:lpwstr>Microsoft® PowerPoint® 2016</vt:lpwstr>
  </property>
</Properties>
</file>