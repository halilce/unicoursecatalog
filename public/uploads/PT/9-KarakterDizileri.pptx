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5" r:id="rId4"/>
    <p:sldId id="266" r:id="rId5"/>
    <p:sldId id="267" r:id="rId6"/>
    <p:sldId id="268" r:id="rId7"/>
    <p:sldId id="269" r:id="rId8"/>
    <p:sldId id="270" r:id="rId9"/>
    <p:sldId id="263" r:id="rId10"/>
    <p:sldId id="264" r:id="rId11"/>
    <p:sldId id="272" r:id="rId12"/>
    <p:sldId id="271" r:id="rId13"/>
    <p:sldId id="273" r:id="rId14"/>
    <p:sldId id="274" r:id="rId15"/>
    <p:sldId id="277" r:id="rId16"/>
    <p:sldId id="275" r:id="rId17"/>
    <p:sldId id="278" r:id="rId18"/>
    <p:sldId id="279" r:id="rId19"/>
    <p:sldId id="280" r:id="rId20"/>
    <p:sldId id="281" r:id="rId21"/>
    <p:sldId id="282" r:id="rId22"/>
    <p:sldId id="283" r:id="rId23"/>
    <p:sldId id="285" r:id="rId24"/>
    <p:sldId id="284" r:id="rId2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78" y="9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592" y="2104643"/>
            <a:ext cx="9360408" cy="47533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0476" cy="68579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0"/>
            <a:ext cx="965200" cy="6858000"/>
          </a:xfrm>
          <a:custGeom>
            <a:avLst/>
            <a:gdLst/>
            <a:ahLst/>
            <a:cxnLst/>
            <a:rect l="l" t="t" r="r" b="b"/>
            <a:pathLst>
              <a:path w="965200" h="6858000">
                <a:moveTo>
                  <a:pt x="964691" y="0"/>
                </a:moveTo>
                <a:lnTo>
                  <a:pt x="0" y="0"/>
                </a:lnTo>
                <a:lnTo>
                  <a:pt x="0" y="6858000"/>
                </a:lnTo>
                <a:lnTo>
                  <a:pt x="964691" y="6858000"/>
                </a:lnTo>
                <a:lnTo>
                  <a:pt x="964691" y="0"/>
                </a:lnTo>
                <a:close/>
              </a:path>
            </a:pathLst>
          </a:custGeom>
          <a:solidFill>
            <a:srgbClr val="2C24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61644" y="0"/>
            <a:ext cx="43180" cy="6858000"/>
          </a:xfrm>
          <a:custGeom>
            <a:avLst/>
            <a:gdLst/>
            <a:ahLst/>
            <a:cxnLst/>
            <a:rect l="l" t="t" r="r" b="b"/>
            <a:pathLst>
              <a:path w="43180" h="6858000">
                <a:moveTo>
                  <a:pt x="0" y="6858000"/>
                </a:moveTo>
                <a:lnTo>
                  <a:pt x="42671" y="6858000"/>
                </a:lnTo>
                <a:lnTo>
                  <a:pt x="42671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04316" y="0"/>
            <a:ext cx="10372725" cy="6858000"/>
          </a:xfrm>
          <a:custGeom>
            <a:avLst/>
            <a:gdLst/>
            <a:ahLst/>
            <a:cxnLst/>
            <a:rect l="l" t="t" r="r" b="b"/>
            <a:pathLst>
              <a:path w="10372725" h="6858000">
                <a:moveTo>
                  <a:pt x="10372344" y="0"/>
                </a:moveTo>
                <a:lnTo>
                  <a:pt x="0" y="0"/>
                </a:lnTo>
                <a:lnTo>
                  <a:pt x="0" y="6858000"/>
                </a:lnTo>
                <a:lnTo>
                  <a:pt x="10372344" y="6858000"/>
                </a:lnTo>
                <a:lnTo>
                  <a:pt x="103723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376660" y="0"/>
            <a:ext cx="27940" cy="6858000"/>
          </a:xfrm>
          <a:custGeom>
            <a:avLst/>
            <a:gdLst/>
            <a:ahLst/>
            <a:cxnLst/>
            <a:rect l="l" t="t" r="r" b="b"/>
            <a:pathLst>
              <a:path w="27940" h="6858000">
                <a:moveTo>
                  <a:pt x="27431" y="0"/>
                </a:moveTo>
                <a:lnTo>
                  <a:pt x="0" y="0"/>
                </a:lnTo>
                <a:lnTo>
                  <a:pt x="0" y="6858000"/>
                </a:lnTo>
                <a:lnTo>
                  <a:pt x="27431" y="6858000"/>
                </a:lnTo>
                <a:lnTo>
                  <a:pt x="27431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52591" y="778891"/>
            <a:ext cx="5277484" cy="54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1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592" y="2104643"/>
            <a:ext cx="9360408" cy="47533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0476" cy="68579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0"/>
            <a:ext cx="965200" cy="6858000"/>
          </a:xfrm>
          <a:custGeom>
            <a:avLst/>
            <a:gdLst/>
            <a:ahLst/>
            <a:cxnLst/>
            <a:rect l="l" t="t" r="r" b="b"/>
            <a:pathLst>
              <a:path w="965200" h="6858000">
                <a:moveTo>
                  <a:pt x="964691" y="0"/>
                </a:moveTo>
                <a:lnTo>
                  <a:pt x="0" y="0"/>
                </a:lnTo>
                <a:lnTo>
                  <a:pt x="0" y="6858000"/>
                </a:lnTo>
                <a:lnTo>
                  <a:pt x="964691" y="6858000"/>
                </a:lnTo>
                <a:lnTo>
                  <a:pt x="964691" y="0"/>
                </a:lnTo>
                <a:close/>
              </a:path>
            </a:pathLst>
          </a:custGeom>
          <a:solidFill>
            <a:srgbClr val="2C24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61644" y="0"/>
            <a:ext cx="43180" cy="6858000"/>
          </a:xfrm>
          <a:custGeom>
            <a:avLst/>
            <a:gdLst/>
            <a:ahLst/>
            <a:cxnLst/>
            <a:rect l="l" t="t" r="r" b="b"/>
            <a:pathLst>
              <a:path w="43180" h="6858000">
                <a:moveTo>
                  <a:pt x="0" y="6858000"/>
                </a:moveTo>
                <a:lnTo>
                  <a:pt x="42671" y="6858000"/>
                </a:lnTo>
                <a:lnTo>
                  <a:pt x="42671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04316" y="0"/>
            <a:ext cx="10372725" cy="6858000"/>
          </a:xfrm>
          <a:custGeom>
            <a:avLst/>
            <a:gdLst/>
            <a:ahLst/>
            <a:cxnLst/>
            <a:rect l="l" t="t" r="r" b="b"/>
            <a:pathLst>
              <a:path w="10372725" h="6858000">
                <a:moveTo>
                  <a:pt x="10372344" y="0"/>
                </a:moveTo>
                <a:lnTo>
                  <a:pt x="0" y="0"/>
                </a:lnTo>
                <a:lnTo>
                  <a:pt x="0" y="6858000"/>
                </a:lnTo>
                <a:lnTo>
                  <a:pt x="10372344" y="6858000"/>
                </a:lnTo>
                <a:lnTo>
                  <a:pt x="103723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376660" y="0"/>
            <a:ext cx="27940" cy="6858000"/>
          </a:xfrm>
          <a:custGeom>
            <a:avLst/>
            <a:gdLst/>
            <a:ahLst/>
            <a:cxnLst/>
            <a:rect l="l" t="t" r="r" b="b"/>
            <a:pathLst>
              <a:path w="27940" h="6858000">
                <a:moveTo>
                  <a:pt x="27431" y="0"/>
                </a:moveTo>
                <a:lnTo>
                  <a:pt x="0" y="0"/>
                </a:lnTo>
                <a:lnTo>
                  <a:pt x="0" y="6858000"/>
                </a:lnTo>
                <a:lnTo>
                  <a:pt x="27431" y="6858000"/>
                </a:lnTo>
                <a:lnTo>
                  <a:pt x="27431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1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592" y="2104643"/>
            <a:ext cx="9360408" cy="47533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0476" cy="68579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0"/>
            <a:ext cx="965200" cy="6858000"/>
          </a:xfrm>
          <a:custGeom>
            <a:avLst/>
            <a:gdLst/>
            <a:ahLst/>
            <a:cxnLst/>
            <a:rect l="l" t="t" r="r" b="b"/>
            <a:pathLst>
              <a:path w="965200" h="6858000">
                <a:moveTo>
                  <a:pt x="964691" y="0"/>
                </a:moveTo>
                <a:lnTo>
                  <a:pt x="0" y="0"/>
                </a:lnTo>
                <a:lnTo>
                  <a:pt x="0" y="6858000"/>
                </a:lnTo>
                <a:lnTo>
                  <a:pt x="964691" y="6858000"/>
                </a:lnTo>
                <a:lnTo>
                  <a:pt x="964691" y="0"/>
                </a:lnTo>
                <a:close/>
              </a:path>
            </a:pathLst>
          </a:custGeom>
          <a:solidFill>
            <a:srgbClr val="2C24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61644" y="0"/>
            <a:ext cx="6350" cy="6858000"/>
          </a:xfrm>
          <a:custGeom>
            <a:avLst/>
            <a:gdLst/>
            <a:ahLst/>
            <a:cxnLst/>
            <a:rect l="l" t="t" r="r" b="b"/>
            <a:pathLst>
              <a:path w="6350" h="6858000">
                <a:moveTo>
                  <a:pt x="0" y="6858000"/>
                </a:moveTo>
                <a:lnTo>
                  <a:pt x="6096" y="6858000"/>
                </a:lnTo>
                <a:lnTo>
                  <a:pt x="6096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67740" y="0"/>
            <a:ext cx="10372725" cy="6858000"/>
          </a:xfrm>
          <a:custGeom>
            <a:avLst/>
            <a:gdLst/>
            <a:ahLst/>
            <a:cxnLst/>
            <a:rect l="l" t="t" r="r" b="b"/>
            <a:pathLst>
              <a:path w="10372725" h="6858000">
                <a:moveTo>
                  <a:pt x="10372344" y="0"/>
                </a:moveTo>
                <a:lnTo>
                  <a:pt x="0" y="0"/>
                </a:lnTo>
                <a:lnTo>
                  <a:pt x="0" y="6858000"/>
                </a:lnTo>
                <a:lnTo>
                  <a:pt x="10372344" y="6858000"/>
                </a:lnTo>
                <a:lnTo>
                  <a:pt x="10372344" y="0"/>
                </a:lnTo>
                <a:close/>
              </a:path>
            </a:pathLst>
          </a:custGeom>
          <a:solidFill>
            <a:srgbClr val="2C241F">
              <a:alpha val="9215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376660" y="0"/>
            <a:ext cx="27940" cy="6858000"/>
          </a:xfrm>
          <a:custGeom>
            <a:avLst/>
            <a:gdLst/>
            <a:ahLst/>
            <a:cxnLst/>
            <a:rect l="l" t="t" r="r" b="b"/>
            <a:pathLst>
              <a:path w="27940" h="6858000">
                <a:moveTo>
                  <a:pt x="27431" y="0"/>
                </a:moveTo>
                <a:lnTo>
                  <a:pt x="0" y="0"/>
                </a:lnTo>
                <a:lnTo>
                  <a:pt x="0" y="6858000"/>
                </a:lnTo>
                <a:lnTo>
                  <a:pt x="27431" y="6858000"/>
                </a:lnTo>
                <a:lnTo>
                  <a:pt x="27431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31592" y="2104643"/>
            <a:ext cx="9360408" cy="47533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0"/>
            <a:ext cx="12190476" cy="68579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0"/>
            <a:ext cx="965200" cy="6858000"/>
          </a:xfrm>
          <a:custGeom>
            <a:avLst/>
            <a:gdLst/>
            <a:ahLst/>
            <a:cxnLst/>
            <a:rect l="l" t="t" r="r" b="b"/>
            <a:pathLst>
              <a:path w="965200" h="6858000">
                <a:moveTo>
                  <a:pt x="964691" y="0"/>
                </a:moveTo>
                <a:lnTo>
                  <a:pt x="0" y="0"/>
                </a:lnTo>
                <a:lnTo>
                  <a:pt x="0" y="6858000"/>
                </a:lnTo>
                <a:lnTo>
                  <a:pt x="964691" y="6858000"/>
                </a:lnTo>
                <a:lnTo>
                  <a:pt x="964691" y="0"/>
                </a:lnTo>
                <a:close/>
              </a:path>
            </a:pathLst>
          </a:custGeom>
          <a:solidFill>
            <a:srgbClr val="2C24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43936" y="778891"/>
            <a:ext cx="8487537" cy="54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48180" y="1559813"/>
            <a:ext cx="9581515" cy="47777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1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.png"/><Relationship Id="rId7" Type="http://schemas.openxmlformats.org/officeDocument/2006/relationships/image" Target="../media/image3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1644" y="0"/>
            <a:ext cx="8007350" cy="6858000"/>
            <a:chOff x="961644" y="0"/>
            <a:chExt cx="8007350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07364" y="0"/>
              <a:ext cx="7934325" cy="6858000"/>
            </a:xfrm>
            <a:custGeom>
              <a:avLst/>
              <a:gdLst/>
              <a:ahLst/>
              <a:cxnLst/>
              <a:rect l="l" t="t" r="r" b="b"/>
              <a:pathLst>
                <a:path w="7934325" h="6858000">
                  <a:moveTo>
                    <a:pt x="79339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933944" y="6858000"/>
                  </a:lnTo>
                  <a:lnTo>
                    <a:pt x="7933944" y="0"/>
                  </a:lnTo>
                  <a:close/>
                </a:path>
              </a:pathLst>
            </a:custGeom>
            <a:solidFill>
              <a:srgbClr val="2C241F">
                <a:alpha val="9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941308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74496" y="2088896"/>
            <a:ext cx="2940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40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487932" y="2193163"/>
            <a:ext cx="6972046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tr-TR" sz="6000" b="0" spc="-30" dirty="0" smtClean="0">
                <a:solidFill>
                  <a:srgbClr val="FFFFFF"/>
                </a:solidFill>
                <a:latin typeface="Microsoft Sans Serif"/>
                <a:cs typeface="Microsoft Sans Serif"/>
              </a:rPr>
              <a:t>Karakter Dizileri</a:t>
            </a:r>
            <a:endParaRPr sz="6000" dirty="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33825" y="4997727"/>
            <a:ext cx="4526915" cy="522579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195"/>
              </a:spcBef>
            </a:pPr>
            <a:r>
              <a:rPr lang="tr-TR" sz="2400" spc="-10" dirty="0" smtClean="0">
                <a:solidFill>
                  <a:srgbClr val="FFFFFF"/>
                </a:solidFill>
                <a:latin typeface="Microsoft Sans Serif"/>
                <a:cs typeface="Microsoft Sans Serif"/>
              </a:rPr>
              <a:t>2025</a:t>
            </a:r>
            <a:endParaRPr sz="24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-2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Karakter Dizileri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6" name="Resim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4362" y="1524000"/>
            <a:ext cx="7201752" cy="3181496"/>
          </a:xfrm>
          <a:prstGeom prst="rect">
            <a:avLst/>
          </a:prstGeom>
        </p:spPr>
      </p:pic>
      <p:pic>
        <p:nvPicPr>
          <p:cNvPr id="17" name="Resim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4629" y="4551022"/>
            <a:ext cx="3162741" cy="2114845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-2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Karakter Dizileri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4" name="Resim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1311" y="1815954"/>
            <a:ext cx="6649378" cy="442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007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-2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Karakter Dizileri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6" name="Resim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5494" y="1670928"/>
            <a:ext cx="7421011" cy="468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784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-2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Karakter Dizilerini Dilimlemek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4" name="Resim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0400" y="1723119"/>
            <a:ext cx="8197079" cy="4677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966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-2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Karakter Dizilerini Dilimlemek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6" name="Resim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9166" y="1768791"/>
            <a:ext cx="6830378" cy="447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35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-2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Karakter Dizileri Metotları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4" name="Resim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8071" y="2054636"/>
            <a:ext cx="9883639" cy="3279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488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-2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Karakter Dizileri Metotları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6" name="Resim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8810" y="1953005"/>
            <a:ext cx="7554379" cy="423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469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1305" y="2991739"/>
            <a:ext cx="226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18488" y="3968496"/>
            <a:ext cx="9380220" cy="62865"/>
          </a:xfrm>
          <a:custGeom>
            <a:avLst/>
            <a:gdLst/>
            <a:ahLst/>
            <a:cxnLst/>
            <a:rect l="l" t="t" r="r" b="b"/>
            <a:pathLst>
              <a:path w="9380220" h="62864">
                <a:moveTo>
                  <a:pt x="9380219" y="0"/>
                </a:moveTo>
                <a:lnTo>
                  <a:pt x="0" y="0"/>
                </a:lnTo>
                <a:lnTo>
                  <a:pt x="0" y="62483"/>
                </a:lnTo>
                <a:lnTo>
                  <a:pt x="9380219" y="62483"/>
                </a:lnTo>
                <a:lnTo>
                  <a:pt x="93802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81936" y="3089224"/>
            <a:ext cx="9233535" cy="772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tr-TR" sz="4900" dirty="0" smtClean="0">
                <a:solidFill>
                  <a:srgbClr val="FFFFFF"/>
                </a:solidFill>
                <a:latin typeface="Microsoft Sans Serif"/>
                <a:cs typeface="Microsoft Sans Serif"/>
              </a:rPr>
              <a:t>Alıştırmalar</a:t>
            </a:r>
            <a:endParaRPr sz="4900" dirty="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31</a:t>
            </a:r>
            <a:endParaRPr sz="180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3465390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>
                <a:latin typeface="+mn-lt"/>
              </a:rPr>
              <a:t>Kişisel Bilgi Formatı (format, f-</a:t>
            </a:r>
            <a:r>
              <a:rPr lang="tr-TR" dirty="0" err="1">
                <a:latin typeface="+mn-lt"/>
              </a:rPr>
              <a:t>string</a:t>
            </a:r>
            <a:r>
              <a:rPr lang="tr-TR" dirty="0">
                <a:latin typeface="+mn-lt"/>
              </a:rPr>
              <a:t>)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6" name="Resim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2529165"/>
            <a:ext cx="3591426" cy="3057952"/>
          </a:xfrm>
          <a:prstGeom prst="rect">
            <a:avLst/>
          </a:prstGeom>
        </p:spPr>
      </p:pic>
      <p:pic>
        <p:nvPicPr>
          <p:cNvPr id="18" name="Resim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0626" y="2289992"/>
            <a:ext cx="6516009" cy="379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748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>
                <a:latin typeface="+mn-lt"/>
              </a:rPr>
              <a:t>Kişisel Bilgi Formatı (format, f-</a:t>
            </a:r>
            <a:r>
              <a:rPr lang="tr-TR" dirty="0" err="1">
                <a:latin typeface="+mn-lt"/>
              </a:rPr>
              <a:t>string</a:t>
            </a:r>
            <a:r>
              <a:rPr lang="tr-TR" dirty="0">
                <a:latin typeface="+mn-lt"/>
              </a:rPr>
              <a:t>)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4" name="Resim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4935" y="2914408"/>
            <a:ext cx="2857675" cy="2283976"/>
          </a:xfrm>
          <a:prstGeom prst="rect">
            <a:avLst/>
          </a:prstGeom>
        </p:spPr>
      </p:pic>
      <p:pic>
        <p:nvPicPr>
          <p:cNvPr id="17" name="Resim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6625" y="2412170"/>
            <a:ext cx="4687624" cy="3507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088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>
                <a:latin typeface="+mn-lt"/>
              </a:rPr>
              <a:t>Kişisel Bilgi Formatı (format, f-</a:t>
            </a:r>
            <a:r>
              <a:rPr lang="tr-TR" dirty="0" err="1">
                <a:latin typeface="+mn-lt"/>
              </a:rPr>
              <a:t>string</a:t>
            </a:r>
            <a:r>
              <a:rPr lang="tr-TR" dirty="0">
                <a:latin typeface="+mn-lt"/>
              </a:rPr>
              <a:t>)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6" name="Resim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2529165"/>
            <a:ext cx="3591426" cy="3057952"/>
          </a:xfrm>
          <a:prstGeom prst="rect">
            <a:avLst/>
          </a:prstGeom>
        </p:spPr>
      </p:pic>
      <p:pic>
        <p:nvPicPr>
          <p:cNvPr id="14" name="Resim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7562" y="1957585"/>
            <a:ext cx="4753638" cy="420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3254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>
                <a:latin typeface="+mn-lt"/>
              </a:rPr>
              <a:t>Kişisel Bilgi Formatı (format, f-</a:t>
            </a:r>
            <a:r>
              <a:rPr lang="tr-TR" dirty="0" err="1">
                <a:latin typeface="+mn-lt"/>
              </a:rPr>
              <a:t>string</a:t>
            </a:r>
            <a:r>
              <a:rPr lang="tr-TR" dirty="0">
                <a:latin typeface="+mn-lt"/>
              </a:rPr>
              <a:t>)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4" name="Resim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4935" y="2914408"/>
            <a:ext cx="2857675" cy="2283976"/>
          </a:xfrm>
          <a:prstGeom prst="rect">
            <a:avLst/>
          </a:prstGeom>
        </p:spPr>
      </p:pic>
      <p:pic>
        <p:nvPicPr>
          <p:cNvPr id="16" name="Resim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6625" y="2175499"/>
            <a:ext cx="5019167" cy="3981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762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>
                <a:latin typeface="+mn-lt"/>
              </a:rPr>
              <a:t>Metin Dilimleme (</a:t>
            </a:r>
            <a:r>
              <a:rPr lang="tr-TR" dirty="0" err="1">
                <a:latin typeface="+mn-lt"/>
              </a:rPr>
              <a:t>Slicing</a:t>
            </a:r>
            <a:r>
              <a:rPr lang="tr-TR" dirty="0">
                <a:latin typeface="+mn-lt"/>
              </a:rPr>
              <a:t>)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7" name="Resim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4423" y="2621543"/>
            <a:ext cx="4143953" cy="3143689"/>
          </a:xfrm>
          <a:prstGeom prst="rect">
            <a:avLst/>
          </a:prstGeom>
        </p:spPr>
      </p:pic>
      <p:pic>
        <p:nvPicPr>
          <p:cNvPr id="18" name="Resim 17"/>
          <p:cNvPicPr>
            <a:picLocks noChangeAspect="1"/>
          </p:cNvPicPr>
          <p:nvPr/>
        </p:nvPicPr>
        <p:blipFill rotWithShape="1">
          <a:blip r:embed="rId6"/>
          <a:srcRect r="19231"/>
          <a:stretch/>
        </p:blipFill>
        <p:spPr>
          <a:xfrm>
            <a:off x="5508376" y="1871748"/>
            <a:ext cx="5616824" cy="447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9514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>
                <a:latin typeface="+mn-lt"/>
              </a:rPr>
              <a:t>Metin Dilimleme (</a:t>
            </a:r>
            <a:r>
              <a:rPr lang="tr-TR" dirty="0" err="1">
                <a:latin typeface="+mn-lt"/>
              </a:rPr>
              <a:t>Slicing</a:t>
            </a:r>
            <a:r>
              <a:rPr lang="tr-TR" dirty="0">
                <a:latin typeface="+mn-lt"/>
              </a:rPr>
              <a:t>)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9" name="Resim 18"/>
          <p:cNvPicPr>
            <a:picLocks noChangeAspect="1"/>
          </p:cNvPicPr>
          <p:nvPr/>
        </p:nvPicPr>
        <p:blipFill rotWithShape="1">
          <a:blip r:embed="rId5"/>
          <a:srcRect r="10644"/>
          <a:stretch/>
        </p:blipFill>
        <p:spPr>
          <a:xfrm>
            <a:off x="1338072" y="1828800"/>
            <a:ext cx="4698800" cy="1867161"/>
          </a:xfrm>
          <a:prstGeom prst="rect">
            <a:avLst/>
          </a:prstGeom>
        </p:spPr>
      </p:pic>
      <p:pic>
        <p:nvPicPr>
          <p:cNvPr id="16" name="Resim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5615" y="2912625"/>
            <a:ext cx="5325218" cy="369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7466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>
                <a:latin typeface="+mn-lt"/>
              </a:rPr>
              <a:t>Metin Dilimleme (</a:t>
            </a:r>
            <a:r>
              <a:rPr lang="tr-TR" dirty="0" err="1">
                <a:latin typeface="+mn-lt"/>
              </a:rPr>
              <a:t>Slicing</a:t>
            </a:r>
            <a:r>
              <a:rPr lang="tr-TR" dirty="0">
                <a:latin typeface="+mn-lt"/>
              </a:rPr>
              <a:t>)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7" name="Resim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4423" y="2621543"/>
            <a:ext cx="4143953" cy="3143689"/>
          </a:xfrm>
          <a:prstGeom prst="rect">
            <a:avLst/>
          </a:prstGeom>
        </p:spPr>
      </p:pic>
      <p:pic>
        <p:nvPicPr>
          <p:cNvPr id="14" name="Resim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3667" y="1754646"/>
            <a:ext cx="5487166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8749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>
                <a:latin typeface="+mn-lt"/>
              </a:rPr>
              <a:t>Metin Dilimleme (</a:t>
            </a:r>
            <a:r>
              <a:rPr lang="tr-TR" dirty="0" err="1">
                <a:latin typeface="+mn-lt"/>
              </a:rPr>
              <a:t>Slicing</a:t>
            </a:r>
            <a:r>
              <a:rPr lang="tr-TR" dirty="0">
                <a:latin typeface="+mn-lt"/>
              </a:rPr>
              <a:t>)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4" name="Resim 13"/>
          <p:cNvPicPr>
            <a:picLocks noChangeAspect="1"/>
          </p:cNvPicPr>
          <p:nvPr/>
        </p:nvPicPr>
        <p:blipFill rotWithShape="1">
          <a:blip r:embed="rId5"/>
          <a:srcRect r="10644"/>
          <a:stretch/>
        </p:blipFill>
        <p:spPr>
          <a:xfrm>
            <a:off x="1338072" y="1828800"/>
            <a:ext cx="4698800" cy="1867161"/>
          </a:xfrm>
          <a:prstGeom prst="rect">
            <a:avLst/>
          </a:prstGeom>
        </p:spPr>
      </p:pic>
      <p:pic>
        <p:nvPicPr>
          <p:cNvPr id="17" name="Resim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1563" y="2923600"/>
            <a:ext cx="6439799" cy="366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3528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>
                <a:latin typeface="+mn-lt"/>
              </a:rPr>
              <a:t>Büyük/Küçük Harf Dönüşümleri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6" name="Resim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1685736"/>
            <a:ext cx="6209824" cy="5021575"/>
          </a:xfrm>
          <a:prstGeom prst="rect">
            <a:avLst/>
          </a:prstGeom>
        </p:spPr>
      </p:pic>
      <p:pic>
        <p:nvPicPr>
          <p:cNvPr id="18" name="Resim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3634" y="1725649"/>
            <a:ext cx="3267531" cy="322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4835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>
                <a:latin typeface="+mn-lt"/>
              </a:rPr>
              <a:t>Arama ve Kontrol Metotları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4" name="Resim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6549" y="1608536"/>
            <a:ext cx="6588251" cy="5173264"/>
          </a:xfrm>
          <a:prstGeom prst="rect">
            <a:avLst/>
          </a:prstGeom>
        </p:spPr>
      </p:pic>
      <p:pic>
        <p:nvPicPr>
          <p:cNvPr id="19" name="Resim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0153" y="1711571"/>
            <a:ext cx="3191320" cy="373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4933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>
                <a:latin typeface="+mn-lt"/>
              </a:rPr>
              <a:t>Temizleme ve Değiştirme Metotları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6" name="Resim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5911" y="1557767"/>
            <a:ext cx="6197889" cy="5141893"/>
          </a:xfrm>
          <a:prstGeom prst="rect">
            <a:avLst/>
          </a:prstGeom>
        </p:spPr>
      </p:pic>
      <p:pic>
        <p:nvPicPr>
          <p:cNvPr id="17" name="Resim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839" y="1616308"/>
            <a:ext cx="3982006" cy="39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2251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>
                <a:latin typeface="+mn-lt"/>
              </a:rPr>
              <a:t>Ayırma ve Birleştirme Metotları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8" name="Resim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2292" y="1571019"/>
            <a:ext cx="5420163" cy="5189518"/>
          </a:xfrm>
          <a:prstGeom prst="rect">
            <a:avLst/>
          </a:prstGeom>
        </p:spPr>
      </p:pic>
      <p:pic>
        <p:nvPicPr>
          <p:cNvPr id="19" name="Resim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7705" y="1571018"/>
            <a:ext cx="4366652" cy="422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1724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>
                <a:latin typeface="+mn-lt"/>
              </a:rPr>
              <a:t>Kontrol Metotları (is...)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4" name="Resim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6737" y="1714999"/>
            <a:ext cx="4038930" cy="4902089"/>
          </a:xfrm>
          <a:prstGeom prst="rect">
            <a:avLst/>
          </a:prstGeom>
        </p:spPr>
      </p:pic>
      <p:pic>
        <p:nvPicPr>
          <p:cNvPr id="16" name="Resim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5667" y="1680382"/>
            <a:ext cx="2638793" cy="347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2228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1305" y="2991739"/>
            <a:ext cx="226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18488" y="3968496"/>
            <a:ext cx="9380220" cy="62865"/>
          </a:xfrm>
          <a:custGeom>
            <a:avLst/>
            <a:gdLst/>
            <a:ahLst/>
            <a:cxnLst/>
            <a:rect l="l" t="t" r="r" b="b"/>
            <a:pathLst>
              <a:path w="9380220" h="62864">
                <a:moveTo>
                  <a:pt x="9380219" y="0"/>
                </a:moveTo>
                <a:lnTo>
                  <a:pt x="0" y="0"/>
                </a:lnTo>
                <a:lnTo>
                  <a:pt x="0" y="62483"/>
                </a:lnTo>
                <a:lnTo>
                  <a:pt x="9380219" y="62483"/>
                </a:lnTo>
                <a:lnTo>
                  <a:pt x="93802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81936" y="3089224"/>
            <a:ext cx="9233535" cy="772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tr-TR" sz="4900" dirty="0" smtClean="0">
                <a:solidFill>
                  <a:srgbClr val="FFFFFF"/>
                </a:solidFill>
                <a:latin typeface="Microsoft Sans Serif"/>
                <a:cs typeface="Microsoft Sans Serif"/>
              </a:rPr>
              <a:t>Hatırlatma</a:t>
            </a:r>
            <a:endParaRPr sz="4900" dirty="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31</a:t>
            </a:r>
            <a:endParaRPr sz="180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33122358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Hatırlatma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7" name="Resim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413" y="1600201"/>
            <a:ext cx="5089291" cy="3728946"/>
          </a:xfrm>
          <a:prstGeom prst="rect">
            <a:avLst/>
          </a:prstGeom>
        </p:spPr>
      </p:pic>
      <p:pic>
        <p:nvPicPr>
          <p:cNvPr id="18" name="Resim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8475" y="1600200"/>
            <a:ext cx="5071987" cy="2227508"/>
          </a:xfrm>
          <a:prstGeom prst="rect">
            <a:avLst/>
          </a:prstGeom>
        </p:spPr>
      </p:pic>
      <p:pic>
        <p:nvPicPr>
          <p:cNvPr id="20" name="Resim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98116" y="5410200"/>
            <a:ext cx="3369681" cy="1405445"/>
          </a:xfrm>
          <a:prstGeom prst="rect">
            <a:avLst/>
          </a:prstGeom>
        </p:spPr>
      </p:pic>
      <p:pic>
        <p:nvPicPr>
          <p:cNvPr id="21" name="Resim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2944" y="4902229"/>
            <a:ext cx="3988966" cy="1909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442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298</TotalTime>
  <Words>145</Words>
  <Application>Microsoft Office PowerPoint</Application>
  <PresentationFormat>Geniş ekran</PresentationFormat>
  <Paragraphs>74</Paragraphs>
  <Slides>24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24</vt:i4>
      </vt:variant>
    </vt:vector>
  </HeadingPairs>
  <TitlesOfParts>
    <vt:vector size="29" baseType="lpstr">
      <vt:lpstr>Arial</vt:lpstr>
      <vt:lpstr>Calibri</vt:lpstr>
      <vt:lpstr>Lucida Sans Unicode</vt:lpstr>
      <vt:lpstr>Microsoft Sans Serif</vt:lpstr>
      <vt:lpstr>Office Theme</vt:lpstr>
      <vt:lpstr>Karakter Dizileri</vt:lpstr>
      <vt:lpstr>Karakter Dizileri</vt:lpstr>
      <vt:lpstr>Karakter Dizileri</vt:lpstr>
      <vt:lpstr>Karakter Dizileri</vt:lpstr>
      <vt:lpstr>Karakter Dizilerini Dilimlemek</vt:lpstr>
      <vt:lpstr>Karakter Dizilerini Dilimlemek</vt:lpstr>
      <vt:lpstr>Karakter Dizileri Metotları</vt:lpstr>
      <vt:lpstr>Karakter Dizileri Metotları</vt:lpstr>
      <vt:lpstr>PowerPoint Sunusu</vt:lpstr>
      <vt:lpstr>Kişisel Bilgi Formatı (format, f-string)</vt:lpstr>
      <vt:lpstr>Kişisel Bilgi Formatı (format, f-string)</vt:lpstr>
      <vt:lpstr>Kişisel Bilgi Formatı (format, f-string)</vt:lpstr>
      <vt:lpstr>Kişisel Bilgi Formatı (format, f-string)</vt:lpstr>
      <vt:lpstr>Metin Dilimleme (Slicing)</vt:lpstr>
      <vt:lpstr>Metin Dilimleme (Slicing)</vt:lpstr>
      <vt:lpstr>Metin Dilimleme (Slicing)</vt:lpstr>
      <vt:lpstr>Metin Dilimleme (Slicing)</vt:lpstr>
      <vt:lpstr>Büyük/Küçük Harf Dönüşümleri</vt:lpstr>
      <vt:lpstr>Arama ve Kontrol Metotları</vt:lpstr>
      <vt:lpstr>Temizleme ve Değiştirme Metotları</vt:lpstr>
      <vt:lpstr>Ayırma ve Birleştirme Metotları</vt:lpstr>
      <vt:lpstr>Kontrol Metotları (is...)</vt:lpstr>
      <vt:lpstr>PowerPoint Sunusu</vt:lpstr>
      <vt:lpstr>Hatırlatma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Esin Ünal</dc:creator>
  <cp:lastModifiedBy>Halil Arslan</cp:lastModifiedBy>
  <cp:revision>120</cp:revision>
  <dcterms:created xsi:type="dcterms:W3CDTF">2025-10-19T19:10:34Z</dcterms:created>
  <dcterms:modified xsi:type="dcterms:W3CDTF">2026-01-03T22:48:44Z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2025-09-23T00:00:00Z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2025-10-19T00:00:00Z</vt:filetime>
  </property>
  <property fmtid="{D5CDD505-2E9C-101B-9397-08002B2CF9AE}" pid="5" name="Producer">
    <vt:lpwstr>Microsoft® PowerPoint® 2016</vt:lpwstr>
  </property>
</Properties>
</file>