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286" r:id="rId12"/>
    <p:sldId id="326" r:id="rId13"/>
    <p:sldId id="335" r:id="rId14"/>
    <p:sldId id="336" r:id="rId15"/>
    <p:sldId id="337" r:id="rId16"/>
    <p:sldId id="338" r:id="rId17"/>
    <p:sldId id="339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87932" y="2193163"/>
            <a:ext cx="697204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İşleçler</a:t>
            </a:r>
            <a:endParaRPr sz="6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İşleçler (</a:t>
            </a:r>
            <a:r>
              <a:rPr lang="tr-TR" dirty="0" err="1" smtClean="0">
                <a:latin typeface="+mn-lt"/>
              </a:rPr>
              <a:t>Operator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443" y="1915465"/>
            <a:ext cx="7449590" cy="43249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Aritmetik İşleçler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311" y="1756900"/>
            <a:ext cx="7363853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9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Aritmetik İşleçler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580" y="1723323"/>
            <a:ext cx="7154273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2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Aritmetik İşleçler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943" y="1641566"/>
            <a:ext cx="6906589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0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Karşılaştırma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916" y="1562862"/>
            <a:ext cx="7830643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0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Durum (</a:t>
            </a:r>
            <a:r>
              <a:rPr lang="tr-TR" dirty="0" err="1" smtClean="0">
                <a:latin typeface="+mn-lt"/>
              </a:rPr>
              <a:t>Bool</a:t>
            </a:r>
            <a:r>
              <a:rPr lang="tr-TR" dirty="0" smtClean="0">
                <a:latin typeface="+mn-lt"/>
              </a:rPr>
              <a:t>)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798" y="1915465"/>
            <a:ext cx="6601746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7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Değer Atama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758" y="2004350"/>
            <a:ext cx="7944959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1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Aitlik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180" y="1717438"/>
            <a:ext cx="7640116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7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Kimlik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1811" y="1592290"/>
            <a:ext cx="7906853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1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Alıştırmalar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Aritmetik İşleçler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206" y="1693961"/>
            <a:ext cx="7440063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5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Karşılaştırma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917" y="1775066"/>
            <a:ext cx="746864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37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Durum (</a:t>
            </a:r>
            <a:r>
              <a:rPr lang="tr-TR" dirty="0" err="1" smtClean="0">
                <a:latin typeface="+mn-lt"/>
              </a:rPr>
              <a:t>Bool</a:t>
            </a:r>
            <a:r>
              <a:rPr lang="tr-TR" dirty="0">
                <a:latin typeface="+mn-lt"/>
              </a:rPr>
              <a:t>)</a:t>
            </a:r>
            <a:r>
              <a:rPr lang="tr-TR" dirty="0" smtClean="0">
                <a:latin typeface="+mn-lt"/>
              </a:rPr>
              <a:t>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209" y="1767561"/>
            <a:ext cx="737337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85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Değer Atama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005" y="1548005"/>
            <a:ext cx="6987423" cy="523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5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Aitlik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575" y="1571019"/>
            <a:ext cx="6615025" cy="519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3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Kimlik İşleçleri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072" y="1915465"/>
            <a:ext cx="5558358" cy="4493539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986" y="2764494"/>
            <a:ext cx="5662198" cy="130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85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77</Words>
  <Application>Microsoft Office PowerPoint</Application>
  <PresentationFormat>Geniş ekran</PresentationFormat>
  <Paragraphs>52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Arial</vt:lpstr>
      <vt:lpstr>Calibri</vt:lpstr>
      <vt:lpstr>Lucida Sans Unicode</vt:lpstr>
      <vt:lpstr>Microsoft Sans Serif</vt:lpstr>
      <vt:lpstr>Office Theme</vt:lpstr>
      <vt:lpstr>İşleçler</vt:lpstr>
      <vt:lpstr>İşleçler (Operator)</vt:lpstr>
      <vt:lpstr>Aritmetik İşleçler</vt:lpstr>
      <vt:lpstr>Aritmetik İşleçler</vt:lpstr>
      <vt:lpstr>Aritmetik İşleçler</vt:lpstr>
      <vt:lpstr>Karşılaştırma İşleçleri</vt:lpstr>
      <vt:lpstr>Durum (Bool) İşleçleri</vt:lpstr>
      <vt:lpstr>Değer Atama İşleçleri</vt:lpstr>
      <vt:lpstr>Aitlik İşleçleri</vt:lpstr>
      <vt:lpstr>Kimlik İşleçleri</vt:lpstr>
      <vt:lpstr>PowerPoint Sunusu</vt:lpstr>
      <vt:lpstr>Aritmetik İşleçler</vt:lpstr>
      <vt:lpstr>Karşılaştırma İşleçleri</vt:lpstr>
      <vt:lpstr>Durum (Bool) İşleçleri</vt:lpstr>
      <vt:lpstr>Değer Atama İşleçleri</vt:lpstr>
      <vt:lpstr>Aitlik İşleçleri</vt:lpstr>
      <vt:lpstr>Kimlik İşleçleri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36</cp:revision>
  <dcterms:created xsi:type="dcterms:W3CDTF">2025-10-19T19:10:34Z</dcterms:created>
  <dcterms:modified xsi:type="dcterms:W3CDTF">2026-01-03T21:21:32Z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