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341" r:id="rId4"/>
    <p:sldId id="342" r:id="rId5"/>
    <p:sldId id="343" r:id="rId6"/>
    <p:sldId id="344" r:id="rId7"/>
    <p:sldId id="259" r:id="rId8"/>
    <p:sldId id="340" r:id="rId9"/>
    <p:sldId id="345" r:id="rId10"/>
    <p:sldId id="346" r:id="rId11"/>
    <p:sldId id="347" r:id="rId12"/>
    <p:sldId id="348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7C3B-1BFC-4645-9A7E-CFD598D7AF85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8A4B9-0741-462C-B321-6B0FE3B75F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422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D14F1-F049-4039-9D45-C21EC6A01681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333F2-83F2-4E70-A193-61FE464B47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7028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1054" y="778891"/>
            <a:ext cx="209003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91FF7-987F-49A6-8465-DDAFB3FDBE46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95AEA-B31B-4927-BAEB-89FE4F6867F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5DF0-34D0-47CC-A354-ED04965C8C2C}" type="datetime1">
              <a:rPr lang="en-US" smtClean="0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D5A6-3674-4970-BF02-4C9200B17B5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9369D-FF24-45DF-A56F-4FB39123F2A1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3058" y="778891"/>
            <a:ext cx="714336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16888"/>
            <a:ext cx="9582150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E9150-29C0-4E38-BF4E-9A0BF4C5E418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13153" y="2121865"/>
            <a:ext cx="684784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dirty="0" err="1" smtClean="0">
                <a:solidFill>
                  <a:srgbClr val="FFFFFF"/>
                </a:solidFill>
              </a:rPr>
              <a:t>Print</a:t>
            </a:r>
            <a:r>
              <a:rPr lang="tr-TR" sz="6000" b="0" dirty="0" smtClean="0">
                <a:solidFill>
                  <a:srgbClr val="FFFFFF"/>
                </a:solidFill>
              </a:rPr>
              <a:t> Fonksiyonu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Arial"/>
                <a:cs typeface="Arial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Arial"/>
                <a:cs typeface="Arial"/>
              </a:rPr>
              <a:t>. Gör. Halil ARSLAN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Slayt Numarası Yer Tutucusu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15" y="1905000"/>
            <a:ext cx="9252085" cy="4731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3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38" y="1807344"/>
            <a:ext cx="5094779" cy="42672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048000"/>
            <a:ext cx="5806000" cy="179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7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4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6400" y="2362200"/>
            <a:ext cx="9159034" cy="313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8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5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1400" y="2075317"/>
            <a:ext cx="5029902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7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6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7818" y="1752600"/>
            <a:ext cx="5353797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0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488" y="3163900"/>
            <a:ext cx="9302877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Arial"/>
                <a:cs typeface="Arial"/>
              </a:rPr>
              <a:t>Ek Bilgiler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Artimetiksel</a:t>
            </a:r>
            <a:r>
              <a:rPr lang="tr-TR" dirty="0" smtClean="0"/>
              <a:t> İşlemler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8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725440"/>
            <a:ext cx="7649643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7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Karşılaştırma İşleçleri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9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106" y="1618519"/>
            <a:ext cx="8221222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1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Koşullar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10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48" y="1746746"/>
            <a:ext cx="7973538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9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Koşul Deyimleri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11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409" y="1680246"/>
            <a:ext cx="8060008" cy="493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1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İ</a:t>
            </a:r>
            <a:r>
              <a:rPr lang="tr-TR" dirty="0" err="1" smtClean="0"/>
              <a:t>nput</a:t>
            </a:r>
            <a:r>
              <a:rPr lang="tr-TR" smtClean="0"/>
              <a:t>() </a:t>
            </a:r>
            <a:r>
              <a:rPr lang="tr-TR" dirty="0" smtClean="0"/>
              <a:t>Veri Girişi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764" y="2019899"/>
            <a:ext cx="756390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2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84</Words>
  <Application>Microsoft Office PowerPoint</Application>
  <PresentationFormat>Geniş ekran</PresentationFormat>
  <Paragraphs>46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Print Fonksiyonu</vt:lpstr>
      <vt:lpstr>print()</vt:lpstr>
      <vt:lpstr>print()</vt:lpstr>
      <vt:lpstr>print()</vt:lpstr>
      <vt:lpstr>print()</vt:lpstr>
      <vt:lpstr>print()</vt:lpstr>
      <vt:lpstr>PowerPoint Sunusu</vt:lpstr>
      <vt:lpstr>Artimetiksel İşlemler</vt:lpstr>
      <vt:lpstr>Karşılaştırma İşleçleri</vt:lpstr>
      <vt:lpstr>Koşullar</vt:lpstr>
      <vt:lpstr>Koşul Deyimleri</vt:lpstr>
      <vt:lpstr>İnput() Veri Girişi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Donanımı</dc:title>
  <dc:creator>Erkan Kaynak</dc:creator>
  <cp:lastModifiedBy>Halil Arslan</cp:lastModifiedBy>
  <cp:revision>44</cp:revision>
  <dcterms:created xsi:type="dcterms:W3CDTF">2025-10-19T18:39:34Z</dcterms:created>
  <dcterms:modified xsi:type="dcterms:W3CDTF">2025-11-09T06:37:08Z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