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309" r:id="rId4"/>
    <p:sldId id="310" r:id="rId5"/>
    <p:sldId id="311" r:id="rId6"/>
    <p:sldId id="312" r:id="rId7"/>
    <p:sldId id="313" r:id="rId8"/>
    <p:sldId id="314" r:id="rId9"/>
    <p:sldId id="315" r:id="rId10"/>
    <p:sldId id="317" r:id="rId11"/>
    <p:sldId id="316" r:id="rId12"/>
    <p:sldId id="318" r:id="rId13"/>
    <p:sldId id="319" r:id="rId14"/>
    <p:sldId id="286" r:id="rId15"/>
    <p:sldId id="326" r:id="rId16"/>
    <p:sldId id="320" r:id="rId17"/>
    <p:sldId id="321" r:id="rId18"/>
    <p:sldId id="322" r:id="rId19"/>
    <p:sldId id="323" r:id="rId20"/>
    <p:sldId id="324" r:id="rId21"/>
    <p:sldId id="325" r:id="rId22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8" d="100"/>
          <a:sy n="58" d="100"/>
        </p:scale>
        <p:origin x="78" y="9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1592" y="2104643"/>
            <a:ext cx="9360408" cy="4753356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12190476" cy="6857999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0" y="0"/>
            <a:ext cx="965200" cy="6858000"/>
          </a:xfrm>
          <a:custGeom>
            <a:avLst/>
            <a:gdLst/>
            <a:ahLst/>
            <a:cxnLst/>
            <a:rect l="l" t="t" r="r" b="b"/>
            <a:pathLst>
              <a:path w="965200" h="6858000">
                <a:moveTo>
                  <a:pt x="964691" y="0"/>
                </a:moveTo>
                <a:lnTo>
                  <a:pt x="0" y="0"/>
                </a:lnTo>
                <a:lnTo>
                  <a:pt x="0" y="6858000"/>
                </a:lnTo>
                <a:lnTo>
                  <a:pt x="964691" y="6858000"/>
                </a:lnTo>
                <a:lnTo>
                  <a:pt x="964691" y="0"/>
                </a:lnTo>
                <a:close/>
              </a:path>
            </a:pathLst>
          </a:custGeom>
          <a:solidFill>
            <a:srgbClr val="2C24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961644" y="0"/>
            <a:ext cx="43180" cy="6858000"/>
          </a:xfrm>
          <a:custGeom>
            <a:avLst/>
            <a:gdLst/>
            <a:ahLst/>
            <a:cxnLst/>
            <a:rect l="l" t="t" r="r" b="b"/>
            <a:pathLst>
              <a:path w="43180" h="6858000">
                <a:moveTo>
                  <a:pt x="0" y="6858000"/>
                </a:moveTo>
                <a:lnTo>
                  <a:pt x="42671" y="6858000"/>
                </a:lnTo>
                <a:lnTo>
                  <a:pt x="42671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004316" y="0"/>
            <a:ext cx="10372725" cy="6858000"/>
          </a:xfrm>
          <a:custGeom>
            <a:avLst/>
            <a:gdLst/>
            <a:ahLst/>
            <a:cxnLst/>
            <a:rect l="l" t="t" r="r" b="b"/>
            <a:pathLst>
              <a:path w="10372725" h="6858000">
                <a:moveTo>
                  <a:pt x="10372344" y="0"/>
                </a:moveTo>
                <a:lnTo>
                  <a:pt x="0" y="0"/>
                </a:lnTo>
                <a:lnTo>
                  <a:pt x="0" y="6858000"/>
                </a:lnTo>
                <a:lnTo>
                  <a:pt x="10372344" y="6858000"/>
                </a:lnTo>
                <a:lnTo>
                  <a:pt x="1037234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1376660" y="0"/>
            <a:ext cx="27940" cy="6858000"/>
          </a:xfrm>
          <a:custGeom>
            <a:avLst/>
            <a:gdLst/>
            <a:ahLst/>
            <a:cxnLst/>
            <a:rect l="l" t="t" r="r" b="b"/>
            <a:pathLst>
              <a:path w="27940" h="6858000">
                <a:moveTo>
                  <a:pt x="27431" y="0"/>
                </a:moveTo>
                <a:lnTo>
                  <a:pt x="0" y="0"/>
                </a:lnTo>
                <a:lnTo>
                  <a:pt x="0" y="6858000"/>
                </a:lnTo>
                <a:lnTo>
                  <a:pt x="27431" y="6858000"/>
                </a:lnTo>
                <a:lnTo>
                  <a:pt x="27431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752591" y="778891"/>
            <a:ext cx="5277484" cy="5435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1" i="0">
                <a:solidFill>
                  <a:srgbClr val="2C241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1">
                <a:solidFill>
                  <a:srgbClr val="2C241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1592" y="2104643"/>
            <a:ext cx="9360408" cy="4753356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12190476" cy="6857999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0" y="0"/>
            <a:ext cx="965200" cy="6858000"/>
          </a:xfrm>
          <a:custGeom>
            <a:avLst/>
            <a:gdLst/>
            <a:ahLst/>
            <a:cxnLst/>
            <a:rect l="l" t="t" r="r" b="b"/>
            <a:pathLst>
              <a:path w="965200" h="6858000">
                <a:moveTo>
                  <a:pt x="964691" y="0"/>
                </a:moveTo>
                <a:lnTo>
                  <a:pt x="0" y="0"/>
                </a:lnTo>
                <a:lnTo>
                  <a:pt x="0" y="6858000"/>
                </a:lnTo>
                <a:lnTo>
                  <a:pt x="964691" y="6858000"/>
                </a:lnTo>
                <a:lnTo>
                  <a:pt x="964691" y="0"/>
                </a:lnTo>
                <a:close/>
              </a:path>
            </a:pathLst>
          </a:custGeom>
          <a:solidFill>
            <a:srgbClr val="2C24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961644" y="0"/>
            <a:ext cx="43180" cy="6858000"/>
          </a:xfrm>
          <a:custGeom>
            <a:avLst/>
            <a:gdLst/>
            <a:ahLst/>
            <a:cxnLst/>
            <a:rect l="l" t="t" r="r" b="b"/>
            <a:pathLst>
              <a:path w="43180" h="6858000">
                <a:moveTo>
                  <a:pt x="0" y="6858000"/>
                </a:moveTo>
                <a:lnTo>
                  <a:pt x="42671" y="6858000"/>
                </a:lnTo>
                <a:lnTo>
                  <a:pt x="42671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004316" y="0"/>
            <a:ext cx="10372725" cy="6858000"/>
          </a:xfrm>
          <a:custGeom>
            <a:avLst/>
            <a:gdLst/>
            <a:ahLst/>
            <a:cxnLst/>
            <a:rect l="l" t="t" r="r" b="b"/>
            <a:pathLst>
              <a:path w="10372725" h="6858000">
                <a:moveTo>
                  <a:pt x="10372344" y="0"/>
                </a:moveTo>
                <a:lnTo>
                  <a:pt x="0" y="0"/>
                </a:lnTo>
                <a:lnTo>
                  <a:pt x="0" y="6858000"/>
                </a:lnTo>
                <a:lnTo>
                  <a:pt x="10372344" y="6858000"/>
                </a:lnTo>
                <a:lnTo>
                  <a:pt x="1037234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1376660" y="0"/>
            <a:ext cx="27940" cy="6858000"/>
          </a:xfrm>
          <a:custGeom>
            <a:avLst/>
            <a:gdLst/>
            <a:ahLst/>
            <a:cxnLst/>
            <a:rect l="l" t="t" r="r" b="b"/>
            <a:pathLst>
              <a:path w="27940" h="6858000">
                <a:moveTo>
                  <a:pt x="27431" y="0"/>
                </a:moveTo>
                <a:lnTo>
                  <a:pt x="0" y="0"/>
                </a:lnTo>
                <a:lnTo>
                  <a:pt x="0" y="6858000"/>
                </a:lnTo>
                <a:lnTo>
                  <a:pt x="27431" y="6858000"/>
                </a:lnTo>
                <a:lnTo>
                  <a:pt x="27431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1" i="0">
                <a:solidFill>
                  <a:srgbClr val="2C241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1" i="1">
                <a:solidFill>
                  <a:srgbClr val="2C241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1" i="0">
                <a:solidFill>
                  <a:srgbClr val="2C241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1" i="0">
                <a:solidFill>
                  <a:srgbClr val="2C241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1592" y="2104643"/>
            <a:ext cx="9360408" cy="4753356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12190476" cy="6857999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0" y="0"/>
            <a:ext cx="965200" cy="6858000"/>
          </a:xfrm>
          <a:custGeom>
            <a:avLst/>
            <a:gdLst/>
            <a:ahLst/>
            <a:cxnLst/>
            <a:rect l="l" t="t" r="r" b="b"/>
            <a:pathLst>
              <a:path w="965200" h="6858000">
                <a:moveTo>
                  <a:pt x="964691" y="0"/>
                </a:moveTo>
                <a:lnTo>
                  <a:pt x="0" y="0"/>
                </a:lnTo>
                <a:lnTo>
                  <a:pt x="0" y="6858000"/>
                </a:lnTo>
                <a:lnTo>
                  <a:pt x="964691" y="6858000"/>
                </a:lnTo>
                <a:lnTo>
                  <a:pt x="964691" y="0"/>
                </a:lnTo>
                <a:close/>
              </a:path>
            </a:pathLst>
          </a:custGeom>
          <a:solidFill>
            <a:srgbClr val="2C24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961644" y="0"/>
            <a:ext cx="6350" cy="6858000"/>
          </a:xfrm>
          <a:custGeom>
            <a:avLst/>
            <a:gdLst/>
            <a:ahLst/>
            <a:cxnLst/>
            <a:rect l="l" t="t" r="r" b="b"/>
            <a:pathLst>
              <a:path w="6350" h="6858000">
                <a:moveTo>
                  <a:pt x="0" y="6858000"/>
                </a:moveTo>
                <a:lnTo>
                  <a:pt x="6096" y="6858000"/>
                </a:lnTo>
                <a:lnTo>
                  <a:pt x="6096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967740" y="0"/>
            <a:ext cx="10372725" cy="6858000"/>
          </a:xfrm>
          <a:custGeom>
            <a:avLst/>
            <a:gdLst/>
            <a:ahLst/>
            <a:cxnLst/>
            <a:rect l="l" t="t" r="r" b="b"/>
            <a:pathLst>
              <a:path w="10372725" h="6858000">
                <a:moveTo>
                  <a:pt x="10372344" y="0"/>
                </a:moveTo>
                <a:lnTo>
                  <a:pt x="0" y="0"/>
                </a:lnTo>
                <a:lnTo>
                  <a:pt x="0" y="6858000"/>
                </a:lnTo>
                <a:lnTo>
                  <a:pt x="10372344" y="6858000"/>
                </a:lnTo>
                <a:lnTo>
                  <a:pt x="10372344" y="0"/>
                </a:lnTo>
                <a:close/>
              </a:path>
            </a:pathLst>
          </a:custGeom>
          <a:solidFill>
            <a:srgbClr val="2C241F">
              <a:alpha val="9215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1376660" y="0"/>
            <a:ext cx="27940" cy="6858000"/>
          </a:xfrm>
          <a:custGeom>
            <a:avLst/>
            <a:gdLst/>
            <a:ahLst/>
            <a:cxnLst/>
            <a:rect l="l" t="t" r="r" b="b"/>
            <a:pathLst>
              <a:path w="27940" h="6858000">
                <a:moveTo>
                  <a:pt x="27431" y="0"/>
                </a:moveTo>
                <a:lnTo>
                  <a:pt x="0" y="0"/>
                </a:lnTo>
                <a:lnTo>
                  <a:pt x="0" y="6858000"/>
                </a:lnTo>
                <a:lnTo>
                  <a:pt x="27431" y="6858000"/>
                </a:lnTo>
                <a:lnTo>
                  <a:pt x="27431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831592" y="2104643"/>
            <a:ext cx="9360408" cy="4753356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0" y="0"/>
            <a:ext cx="12190476" cy="6857999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0" y="0"/>
            <a:ext cx="965200" cy="6858000"/>
          </a:xfrm>
          <a:custGeom>
            <a:avLst/>
            <a:gdLst/>
            <a:ahLst/>
            <a:cxnLst/>
            <a:rect l="l" t="t" r="r" b="b"/>
            <a:pathLst>
              <a:path w="965200" h="6858000">
                <a:moveTo>
                  <a:pt x="964691" y="0"/>
                </a:moveTo>
                <a:lnTo>
                  <a:pt x="0" y="0"/>
                </a:lnTo>
                <a:lnTo>
                  <a:pt x="0" y="6858000"/>
                </a:lnTo>
                <a:lnTo>
                  <a:pt x="964691" y="6858000"/>
                </a:lnTo>
                <a:lnTo>
                  <a:pt x="964691" y="0"/>
                </a:lnTo>
                <a:close/>
              </a:path>
            </a:pathLst>
          </a:custGeom>
          <a:solidFill>
            <a:srgbClr val="2C24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543936" y="778891"/>
            <a:ext cx="8487537" cy="5435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1" i="0">
                <a:solidFill>
                  <a:srgbClr val="2C241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448180" y="1559813"/>
            <a:ext cx="9581515" cy="47777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1">
                <a:solidFill>
                  <a:srgbClr val="2C241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31592" y="2104643"/>
              <a:ext cx="9360408" cy="475335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2190476" cy="68579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965200" cy="6858000"/>
            </a:xfrm>
            <a:custGeom>
              <a:avLst/>
              <a:gdLst/>
              <a:ahLst/>
              <a:cxnLst/>
              <a:rect l="l" t="t" r="r" b="b"/>
              <a:pathLst>
                <a:path w="965200" h="6858000">
                  <a:moveTo>
                    <a:pt x="96469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964691" y="6858000"/>
                  </a:lnTo>
                  <a:lnTo>
                    <a:pt x="964691" y="0"/>
                  </a:lnTo>
                  <a:close/>
                </a:path>
              </a:pathLst>
            </a:custGeom>
            <a:solidFill>
              <a:srgbClr val="2C24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961644" y="0"/>
            <a:ext cx="8007350" cy="6858000"/>
            <a:chOff x="961644" y="0"/>
            <a:chExt cx="8007350" cy="6858000"/>
          </a:xfrm>
        </p:grpSpPr>
        <p:sp>
          <p:nvSpPr>
            <p:cNvPr id="8" name="object 8"/>
            <p:cNvSpPr/>
            <p:nvPr/>
          </p:nvSpPr>
          <p:spPr>
            <a:xfrm>
              <a:off x="961644" y="0"/>
              <a:ext cx="45720" cy="6858000"/>
            </a:xfrm>
            <a:custGeom>
              <a:avLst/>
              <a:gdLst/>
              <a:ahLst/>
              <a:cxnLst/>
              <a:rect l="l" t="t" r="r" b="b"/>
              <a:pathLst>
                <a:path w="45719" h="6858000">
                  <a:moveTo>
                    <a:pt x="45719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5719" y="6858000"/>
                  </a:lnTo>
                  <a:lnTo>
                    <a:pt x="45719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07364" y="0"/>
              <a:ext cx="7934325" cy="6858000"/>
            </a:xfrm>
            <a:custGeom>
              <a:avLst/>
              <a:gdLst/>
              <a:ahLst/>
              <a:cxnLst/>
              <a:rect l="l" t="t" r="r" b="b"/>
              <a:pathLst>
                <a:path w="7934325" h="6858000">
                  <a:moveTo>
                    <a:pt x="793394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7933944" y="6858000"/>
                  </a:lnTo>
                  <a:lnTo>
                    <a:pt x="7933944" y="0"/>
                  </a:lnTo>
                  <a:close/>
                </a:path>
              </a:pathLst>
            </a:custGeom>
            <a:solidFill>
              <a:srgbClr val="2C241F">
                <a:alpha val="9215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941308" y="0"/>
              <a:ext cx="27940" cy="6858000"/>
            </a:xfrm>
            <a:custGeom>
              <a:avLst/>
              <a:gdLst/>
              <a:ahLst/>
              <a:cxnLst/>
              <a:rect l="l" t="t" r="r" b="b"/>
              <a:pathLst>
                <a:path w="27940" h="6858000">
                  <a:moveTo>
                    <a:pt x="2743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7431" y="6858000"/>
                  </a:lnTo>
                  <a:lnTo>
                    <a:pt x="27431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174496" y="2088896"/>
            <a:ext cx="2940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140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1487932" y="2193163"/>
            <a:ext cx="6972046" cy="936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r">
              <a:lnSpc>
                <a:spcPct val="100000"/>
              </a:lnSpc>
              <a:spcBef>
                <a:spcPts val="100"/>
              </a:spcBef>
            </a:pPr>
            <a:r>
              <a:rPr lang="tr-TR" sz="6000" b="0" spc="-30" dirty="0" smtClean="0">
                <a:solidFill>
                  <a:srgbClr val="FFFFFF"/>
                </a:solidFill>
                <a:latin typeface="Microsoft Sans Serif"/>
                <a:cs typeface="Microsoft Sans Serif"/>
              </a:rPr>
              <a:t>Siber Saldırılar</a:t>
            </a:r>
            <a:endParaRPr sz="6000" dirty="0">
              <a:latin typeface="Microsoft Sans Serif"/>
              <a:cs typeface="Microsoft Sans Serif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933825" y="4997727"/>
            <a:ext cx="4526915" cy="522579"/>
          </a:xfrm>
          <a:prstGeom prst="rect">
            <a:avLst/>
          </a:prstGeom>
        </p:spPr>
        <p:txBody>
          <a:bodyPr vert="horz" wrap="square" lIns="0" tIns="15176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195"/>
              </a:spcBef>
            </a:pPr>
            <a:r>
              <a:rPr lang="tr-TR" sz="2400" spc="-10" dirty="0" smtClean="0">
                <a:solidFill>
                  <a:srgbClr val="FFFFFF"/>
                </a:solidFill>
                <a:latin typeface="Microsoft Sans Serif"/>
                <a:cs typeface="Microsoft Sans Serif"/>
              </a:rPr>
              <a:t>2025</a:t>
            </a:r>
            <a:endParaRPr sz="240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31592" y="2104643"/>
              <a:ext cx="9360408" cy="475335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2190476" cy="68579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965200" cy="6858000"/>
            </a:xfrm>
            <a:custGeom>
              <a:avLst/>
              <a:gdLst/>
              <a:ahLst/>
              <a:cxnLst/>
              <a:rect l="l" t="t" r="r" b="b"/>
              <a:pathLst>
                <a:path w="965200" h="6858000">
                  <a:moveTo>
                    <a:pt x="96469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964691" y="6858000"/>
                  </a:lnTo>
                  <a:lnTo>
                    <a:pt x="964691" y="0"/>
                  </a:lnTo>
                  <a:close/>
                </a:path>
              </a:pathLst>
            </a:custGeom>
            <a:solidFill>
              <a:srgbClr val="2C241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965200" y="-2"/>
            <a:ext cx="10442575" cy="6858000"/>
            <a:chOff x="961644" y="0"/>
            <a:chExt cx="10442575" cy="6858000"/>
          </a:xfrm>
        </p:grpSpPr>
        <p:sp>
          <p:nvSpPr>
            <p:cNvPr id="8" name="object 8"/>
            <p:cNvSpPr/>
            <p:nvPr/>
          </p:nvSpPr>
          <p:spPr>
            <a:xfrm>
              <a:off x="961644" y="0"/>
              <a:ext cx="45720" cy="6858000"/>
            </a:xfrm>
            <a:custGeom>
              <a:avLst/>
              <a:gdLst/>
              <a:ahLst/>
              <a:cxnLst/>
              <a:rect l="l" t="t" r="r" b="b"/>
              <a:pathLst>
                <a:path w="45719" h="6858000">
                  <a:moveTo>
                    <a:pt x="45719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5719" y="6858000"/>
                  </a:lnTo>
                  <a:lnTo>
                    <a:pt x="45719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04316" y="0"/>
              <a:ext cx="10372725" cy="6858000"/>
            </a:xfrm>
            <a:custGeom>
              <a:avLst/>
              <a:gdLst/>
              <a:ahLst/>
              <a:cxnLst/>
              <a:rect l="l" t="t" r="r" b="b"/>
              <a:pathLst>
                <a:path w="10372725" h="6858000">
                  <a:moveTo>
                    <a:pt x="1037234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372344" y="6858000"/>
                  </a:lnTo>
                  <a:lnTo>
                    <a:pt x="103723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11376660" y="0"/>
              <a:ext cx="27940" cy="6858000"/>
            </a:xfrm>
            <a:custGeom>
              <a:avLst/>
              <a:gdLst/>
              <a:ahLst/>
              <a:cxnLst/>
              <a:rect l="l" t="t" r="r" b="b"/>
              <a:pathLst>
                <a:path w="27940" h="6858000">
                  <a:moveTo>
                    <a:pt x="2743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7431" y="6858000"/>
                  </a:lnTo>
                  <a:lnTo>
                    <a:pt x="27431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+mn-lt"/>
                <a:cs typeface="Lucida Sans Unicode"/>
              </a:rPr>
              <a:t>◤</a:t>
            </a:r>
            <a:endParaRPr sz="1800">
              <a:latin typeface="+mn-lt"/>
              <a:cs typeface="Lucida Sans Unicode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>
              <a:latin typeface="+mn-l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2563" algn="r">
              <a:lnSpc>
                <a:spcPct val="100000"/>
              </a:lnSpc>
              <a:spcBef>
                <a:spcPts val="95"/>
              </a:spcBef>
            </a:pPr>
            <a:r>
              <a:rPr lang="tr-TR" dirty="0" smtClean="0">
                <a:latin typeface="+mn-lt"/>
              </a:rPr>
              <a:t>Saldırı Aşamaları</a:t>
            </a:r>
            <a:endParaRPr spc="-10" dirty="0">
              <a:latin typeface="+mn-l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8426" y="6081471"/>
            <a:ext cx="123111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+mn-lt"/>
                <a:cs typeface="Microsoft Sans Serif"/>
              </a:rPr>
              <a:t>23.09.2025</a:t>
            </a:r>
            <a:endParaRPr sz="800">
              <a:latin typeface="+mn-lt"/>
              <a:cs typeface="Microsoft Sans Serif"/>
            </a:endParaRPr>
          </a:p>
        </p:txBody>
      </p:sp>
      <p:pic>
        <p:nvPicPr>
          <p:cNvPr id="19" name="Resim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29059" y="1915465"/>
            <a:ext cx="7925906" cy="422969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31592" y="2104643"/>
              <a:ext cx="9360408" cy="475335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2190476" cy="68579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965200" cy="6858000"/>
            </a:xfrm>
            <a:custGeom>
              <a:avLst/>
              <a:gdLst/>
              <a:ahLst/>
              <a:cxnLst/>
              <a:rect l="l" t="t" r="r" b="b"/>
              <a:pathLst>
                <a:path w="965200" h="6858000">
                  <a:moveTo>
                    <a:pt x="96469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964691" y="6858000"/>
                  </a:lnTo>
                  <a:lnTo>
                    <a:pt x="964691" y="0"/>
                  </a:lnTo>
                  <a:close/>
                </a:path>
              </a:pathLst>
            </a:custGeom>
            <a:solidFill>
              <a:srgbClr val="2C241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961644" y="0"/>
            <a:ext cx="10442575" cy="6858000"/>
            <a:chOff x="961644" y="0"/>
            <a:chExt cx="10442575" cy="6858000"/>
          </a:xfrm>
        </p:grpSpPr>
        <p:sp>
          <p:nvSpPr>
            <p:cNvPr id="8" name="object 8"/>
            <p:cNvSpPr/>
            <p:nvPr/>
          </p:nvSpPr>
          <p:spPr>
            <a:xfrm>
              <a:off x="961644" y="0"/>
              <a:ext cx="45720" cy="6858000"/>
            </a:xfrm>
            <a:custGeom>
              <a:avLst/>
              <a:gdLst/>
              <a:ahLst/>
              <a:cxnLst/>
              <a:rect l="l" t="t" r="r" b="b"/>
              <a:pathLst>
                <a:path w="45719" h="6858000">
                  <a:moveTo>
                    <a:pt x="45719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5719" y="6858000"/>
                  </a:lnTo>
                  <a:lnTo>
                    <a:pt x="45719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04316" y="0"/>
              <a:ext cx="10372725" cy="6858000"/>
            </a:xfrm>
            <a:custGeom>
              <a:avLst/>
              <a:gdLst/>
              <a:ahLst/>
              <a:cxnLst/>
              <a:rect l="l" t="t" r="r" b="b"/>
              <a:pathLst>
                <a:path w="10372725" h="6858000">
                  <a:moveTo>
                    <a:pt x="1037234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372344" y="6858000"/>
                  </a:lnTo>
                  <a:lnTo>
                    <a:pt x="103723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11376660" y="0"/>
              <a:ext cx="27940" cy="6858000"/>
            </a:xfrm>
            <a:custGeom>
              <a:avLst/>
              <a:gdLst/>
              <a:ahLst/>
              <a:cxnLst/>
              <a:rect l="l" t="t" r="r" b="b"/>
              <a:pathLst>
                <a:path w="27940" h="6858000">
                  <a:moveTo>
                    <a:pt x="2743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7431" y="6858000"/>
                  </a:lnTo>
                  <a:lnTo>
                    <a:pt x="27431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+mn-lt"/>
                <a:cs typeface="Lucida Sans Unicode"/>
              </a:rPr>
              <a:t>◤</a:t>
            </a:r>
            <a:endParaRPr sz="1800">
              <a:latin typeface="+mn-lt"/>
              <a:cs typeface="Lucida Sans Unicode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>
              <a:latin typeface="+mn-l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2543936" y="778891"/>
            <a:ext cx="8487537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2563" algn="r">
              <a:lnSpc>
                <a:spcPct val="100000"/>
              </a:lnSpc>
              <a:spcBef>
                <a:spcPts val="95"/>
              </a:spcBef>
            </a:pPr>
            <a:r>
              <a:rPr lang="tr-TR" dirty="0" smtClean="0">
                <a:latin typeface="+mn-lt"/>
              </a:rPr>
              <a:t>Saldırı </a:t>
            </a:r>
            <a:r>
              <a:rPr lang="tr-TR" dirty="0" err="1" smtClean="0">
                <a:latin typeface="+mn-lt"/>
              </a:rPr>
              <a:t>Metadolojisi</a:t>
            </a:r>
            <a:endParaRPr spc="-10" dirty="0">
              <a:latin typeface="+mn-l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8426" y="6081471"/>
            <a:ext cx="123111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+mn-lt"/>
                <a:cs typeface="Microsoft Sans Serif"/>
              </a:rPr>
              <a:t>23.09.2025</a:t>
            </a:r>
            <a:endParaRPr sz="800">
              <a:latin typeface="+mn-lt"/>
              <a:cs typeface="Microsoft Sans Serif"/>
            </a:endParaRPr>
          </a:p>
        </p:txBody>
      </p:sp>
      <p:pic>
        <p:nvPicPr>
          <p:cNvPr id="14" name="Resim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94212" y="1915466"/>
            <a:ext cx="8901010" cy="3966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87391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31592" y="2104643"/>
              <a:ext cx="9360408" cy="475335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2190476" cy="68579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965200" cy="6858000"/>
            </a:xfrm>
            <a:custGeom>
              <a:avLst/>
              <a:gdLst/>
              <a:ahLst/>
              <a:cxnLst/>
              <a:rect l="l" t="t" r="r" b="b"/>
              <a:pathLst>
                <a:path w="965200" h="6858000">
                  <a:moveTo>
                    <a:pt x="96469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964691" y="6858000"/>
                  </a:lnTo>
                  <a:lnTo>
                    <a:pt x="964691" y="0"/>
                  </a:lnTo>
                  <a:close/>
                </a:path>
              </a:pathLst>
            </a:custGeom>
            <a:solidFill>
              <a:srgbClr val="2C241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961644" y="0"/>
            <a:ext cx="10442575" cy="6858000"/>
            <a:chOff x="961644" y="0"/>
            <a:chExt cx="10442575" cy="6858000"/>
          </a:xfrm>
        </p:grpSpPr>
        <p:sp>
          <p:nvSpPr>
            <p:cNvPr id="8" name="object 8"/>
            <p:cNvSpPr/>
            <p:nvPr/>
          </p:nvSpPr>
          <p:spPr>
            <a:xfrm>
              <a:off x="961644" y="0"/>
              <a:ext cx="45720" cy="6858000"/>
            </a:xfrm>
            <a:custGeom>
              <a:avLst/>
              <a:gdLst/>
              <a:ahLst/>
              <a:cxnLst/>
              <a:rect l="l" t="t" r="r" b="b"/>
              <a:pathLst>
                <a:path w="45719" h="6858000">
                  <a:moveTo>
                    <a:pt x="45719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5719" y="6858000"/>
                  </a:lnTo>
                  <a:lnTo>
                    <a:pt x="45719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04316" y="0"/>
              <a:ext cx="10372725" cy="6858000"/>
            </a:xfrm>
            <a:custGeom>
              <a:avLst/>
              <a:gdLst/>
              <a:ahLst/>
              <a:cxnLst/>
              <a:rect l="l" t="t" r="r" b="b"/>
              <a:pathLst>
                <a:path w="10372725" h="6858000">
                  <a:moveTo>
                    <a:pt x="1037234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372344" y="6858000"/>
                  </a:lnTo>
                  <a:lnTo>
                    <a:pt x="103723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11376660" y="0"/>
              <a:ext cx="27940" cy="6858000"/>
            </a:xfrm>
            <a:custGeom>
              <a:avLst/>
              <a:gdLst/>
              <a:ahLst/>
              <a:cxnLst/>
              <a:rect l="l" t="t" r="r" b="b"/>
              <a:pathLst>
                <a:path w="27940" h="6858000">
                  <a:moveTo>
                    <a:pt x="2743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7431" y="6858000"/>
                  </a:lnTo>
                  <a:lnTo>
                    <a:pt x="27431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+mn-lt"/>
                <a:cs typeface="Lucida Sans Unicode"/>
              </a:rPr>
              <a:t>◤</a:t>
            </a:r>
            <a:endParaRPr sz="1800">
              <a:latin typeface="+mn-lt"/>
              <a:cs typeface="Lucida Sans Unicode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>
              <a:latin typeface="+mn-l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2543936" y="778891"/>
            <a:ext cx="8487537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2563" algn="r">
              <a:lnSpc>
                <a:spcPct val="100000"/>
              </a:lnSpc>
              <a:spcBef>
                <a:spcPts val="95"/>
              </a:spcBef>
            </a:pPr>
            <a:r>
              <a:rPr lang="tr-TR" dirty="0" smtClean="0">
                <a:latin typeface="+mn-lt"/>
              </a:rPr>
              <a:t>Saldırı Yöntem ve Çeşitleri</a:t>
            </a:r>
            <a:endParaRPr spc="-10" dirty="0">
              <a:latin typeface="+mn-l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8426" y="6081471"/>
            <a:ext cx="123111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+mn-lt"/>
                <a:cs typeface="Microsoft Sans Serif"/>
              </a:rPr>
              <a:t>23.09.2025</a:t>
            </a:r>
            <a:endParaRPr sz="800">
              <a:latin typeface="+mn-lt"/>
              <a:cs typeface="Microsoft Sans Serif"/>
            </a:endParaRPr>
          </a:p>
        </p:txBody>
      </p:sp>
      <p:pic>
        <p:nvPicPr>
          <p:cNvPr id="17" name="Resim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58001" y="2133737"/>
            <a:ext cx="7573432" cy="301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45130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31592" y="2104643"/>
              <a:ext cx="9360408" cy="475335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2190476" cy="68579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965200" cy="6858000"/>
            </a:xfrm>
            <a:custGeom>
              <a:avLst/>
              <a:gdLst/>
              <a:ahLst/>
              <a:cxnLst/>
              <a:rect l="l" t="t" r="r" b="b"/>
              <a:pathLst>
                <a:path w="965200" h="6858000">
                  <a:moveTo>
                    <a:pt x="96469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964691" y="6858000"/>
                  </a:lnTo>
                  <a:lnTo>
                    <a:pt x="964691" y="0"/>
                  </a:lnTo>
                  <a:close/>
                </a:path>
              </a:pathLst>
            </a:custGeom>
            <a:solidFill>
              <a:srgbClr val="2C241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961644" y="0"/>
            <a:ext cx="10442575" cy="6858000"/>
            <a:chOff x="961644" y="0"/>
            <a:chExt cx="10442575" cy="6858000"/>
          </a:xfrm>
        </p:grpSpPr>
        <p:sp>
          <p:nvSpPr>
            <p:cNvPr id="8" name="object 8"/>
            <p:cNvSpPr/>
            <p:nvPr/>
          </p:nvSpPr>
          <p:spPr>
            <a:xfrm>
              <a:off x="961644" y="0"/>
              <a:ext cx="45720" cy="6858000"/>
            </a:xfrm>
            <a:custGeom>
              <a:avLst/>
              <a:gdLst/>
              <a:ahLst/>
              <a:cxnLst/>
              <a:rect l="l" t="t" r="r" b="b"/>
              <a:pathLst>
                <a:path w="45719" h="6858000">
                  <a:moveTo>
                    <a:pt x="45719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5719" y="6858000"/>
                  </a:lnTo>
                  <a:lnTo>
                    <a:pt x="45719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04316" y="0"/>
              <a:ext cx="10372725" cy="6858000"/>
            </a:xfrm>
            <a:custGeom>
              <a:avLst/>
              <a:gdLst/>
              <a:ahLst/>
              <a:cxnLst/>
              <a:rect l="l" t="t" r="r" b="b"/>
              <a:pathLst>
                <a:path w="10372725" h="6858000">
                  <a:moveTo>
                    <a:pt x="1037234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372344" y="6858000"/>
                  </a:lnTo>
                  <a:lnTo>
                    <a:pt x="103723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11376660" y="0"/>
              <a:ext cx="27940" cy="6858000"/>
            </a:xfrm>
            <a:custGeom>
              <a:avLst/>
              <a:gdLst/>
              <a:ahLst/>
              <a:cxnLst/>
              <a:rect l="l" t="t" r="r" b="b"/>
              <a:pathLst>
                <a:path w="27940" h="6858000">
                  <a:moveTo>
                    <a:pt x="2743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7431" y="6858000"/>
                  </a:lnTo>
                  <a:lnTo>
                    <a:pt x="27431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+mn-lt"/>
                <a:cs typeface="Lucida Sans Unicode"/>
              </a:rPr>
              <a:t>◤</a:t>
            </a:r>
            <a:endParaRPr sz="1800">
              <a:latin typeface="+mn-lt"/>
              <a:cs typeface="Lucida Sans Unicode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>
              <a:latin typeface="+mn-l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2543936" y="778891"/>
            <a:ext cx="8487537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2563" algn="r">
              <a:lnSpc>
                <a:spcPct val="100000"/>
              </a:lnSpc>
              <a:spcBef>
                <a:spcPts val="95"/>
              </a:spcBef>
            </a:pPr>
            <a:r>
              <a:rPr lang="tr-TR" dirty="0" smtClean="0">
                <a:latin typeface="+mn-lt"/>
              </a:rPr>
              <a:t>Bilgi Toplama Yöntemleri</a:t>
            </a:r>
            <a:endParaRPr spc="-10" dirty="0">
              <a:latin typeface="+mn-l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8426" y="6081471"/>
            <a:ext cx="123111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+mn-lt"/>
                <a:cs typeface="Microsoft Sans Serif"/>
              </a:rPr>
              <a:t>23.09.2025</a:t>
            </a:r>
            <a:endParaRPr sz="800">
              <a:latin typeface="+mn-lt"/>
              <a:cs typeface="Microsoft Sans Serif"/>
            </a:endParaRPr>
          </a:p>
        </p:txBody>
      </p:sp>
      <p:pic>
        <p:nvPicPr>
          <p:cNvPr id="14" name="Resim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47363" y="1890498"/>
            <a:ext cx="7697274" cy="3077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17163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31592" y="2104643"/>
              <a:ext cx="9360408" cy="475335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2190476" cy="68579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965200" cy="6858000"/>
            </a:xfrm>
            <a:custGeom>
              <a:avLst/>
              <a:gdLst/>
              <a:ahLst/>
              <a:cxnLst/>
              <a:rect l="l" t="t" r="r" b="b"/>
              <a:pathLst>
                <a:path w="965200" h="6858000">
                  <a:moveTo>
                    <a:pt x="96469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964691" y="6858000"/>
                  </a:lnTo>
                  <a:lnTo>
                    <a:pt x="964691" y="0"/>
                  </a:lnTo>
                  <a:close/>
                </a:path>
              </a:pathLst>
            </a:custGeom>
            <a:solidFill>
              <a:srgbClr val="2C241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961644" y="0"/>
            <a:ext cx="10442575" cy="6858000"/>
            <a:chOff x="961644" y="0"/>
            <a:chExt cx="10442575" cy="6858000"/>
          </a:xfrm>
        </p:grpSpPr>
        <p:sp>
          <p:nvSpPr>
            <p:cNvPr id="8" name="object 8"/>
            <p:cNvSpPr/>
            <p:nvPr/>
          </p:nvSpPr>
          <p:spPr>
            <a:xfrm>
              <a:off x="961644" y="0"/>
              <a:ext cx="45720" cy="6858000"/>
            </a:xfrm>
            <a:custGeom>
              <a:avLst/>
              <a:gdLst/>
              <a:ahLst/>
              <a:cxnLst/>
              <a:rect l="l" t="t" r="r" b="b"/>
              <a:pathLst>
                <a:path w="45719" h="6858000">
                  <a:moveTo>
                    <a:pt x="45719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5719" y="6858000"/>
                  </a:lnTo>
                  <a:lnTo>
                    <a:pt x="45719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04316" y="0"/>
              <a:ext cx="10372725" cy="6858000"/>
            </a:xfrm>
            <a:custGeom>
              <a:avLst/>
              <a:gdLst/>
              <a:ahLst/>
              <a:cxnLst/>
              <a:rect l="l" t="t" r="r" b="b"/>
              <a:pathLst>
                <a:path w="10372725" h="6858000">
                  <a:moveTo>
                    <a:pt x="1037234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372344" y="6858000"/>
                  </a:lnTo>
                  <a:lnTo>
                    <a:pt x="103723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11376660" y="0"/>
              <a:ext cx="27940" cy="6858000"/>
            </a:xfrm>
            <a:custGeom>
              <a:avLst/>
              <a:gdLst/>
              <a:ahLst/>
              <a:cxnLst/>
              <a:rect l="l" t="t" r="r" b="b"/>
              <a:pathLst>
                <a:path w="27940" h="6858000">
                  <a:moveTo>
                    <a:pt x="2743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7431" y="6858000"/>
                  </a:lnTo>
                  <a:lnTo>
                    <a:pt x="27431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+mn-lt"/>
                <a:cs typeface="Lucida Sans Unicode"/>
              </a:rPr>
              <a:t>◤</a:t>
            </a:r>
            <a:endParaRPr sz="1800">
              <a:latin typeface="+mn-lt"/>
              <a:cs typeface="Lucida Sans Unicode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>
              <a:latin typeface="+mn-l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2543936" y="778891"/>
            <a:ext cx="8487537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2563" algn="r">
              <a:lnSpc>
                <a:spcPct val="100000"/>
              </a:lnSpc>
              <a:spcBef>
                <a:spcPts val="95"/>
              </a:spcBef>
            </a:pPr>
            <a:r>
              <a:rPr lang="tr-TR" dirty="0" smtClean="0">
                <a:latin typeface="+mn-lt"/>
              </a:rPr>
              <a:t>Pasif Bilgi Toplama Araçları</a:t>
            </a:r>
            <a:endParaRPr spc="-10" dirty="0">
              <a:latin typeface="+mn-l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8426" y="6081471"/>
            <a:ext cx="123111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+mn-lt"/>
                <a:cs typeface="Microsoft Sans Serif"/>
              </a:rPr>
              <a:t>23.09.2025</a:t>
            </a:r>
            <a:endParaRPr sz="800">
              <a:latin typeface="+mn-lt"/>
              <a:cs typeface="Microsoft Sans Serif"/>
            </a:endParaRPr>
          </a:p>
        </p:txBody>
      </p:sp>
      <p:pic>
        <p:nvPicPr>
          <p:cNvPr id="17" name="Resim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4783" y="1779211"/>
            <a:ext cx="6249272" cy="4277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6573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31592" y="2104643"/>
              <a:ext cx="9360408" cy="475335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2190476" cy="68579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965200" cy="6858000"/>
            </a:xfrm>
            <a:custGeom>
              <a:avLst/>
              <a:gdLst/>
              <a:ahLst/>
              <a:cxnLst/>
              <a:rect l="l" t="t" r="r" b="b"/>
              <a:pathLst>
                <a:path w="965200" h="6858000">
                  <a:moveTo>
                    <a:pt x="96469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964691" y="6858000"/>
                  </a:lnTo>
                  <a:lnTo>
                    <a:pt x="964691" y="0"/>
                  </a:lnTo>
                  <a:close/>
                </a:path>
              </a:pathLst>
            </a:custGeom>
            <a:solidFill>
              <a:srgbClr val="2C241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961644" y="0"/>
            <a:ext cx="10442575" cy="6858000"/>
            <a:chOff x="961644" y="0"/>
            <a:chExt cx="10442575" cy="6858000"/>
          </a:xfrm>
        </p:grpSpPr>
        <p:sp>
          <p:nvSpPr>
            <p:cNvPr id="8" name="object 8"/>
            <p:cNvSpPr/>
            <p:nvPr/>
          </p:nvSpPr>
          <p:spPr>
            <a:xfrm>
              <a:off x="961644" y="0"/>
              <a:ext cx="45720" cy="6858000"/>
            </a:xfrm>
            <a:custGeom>
              <a:avLst/>
              <a:gdLst/>
              <a:ahLst/>
              <a:cxnLst/>
              <a:rect l="l" t="t" r="r" b="b"/>
              <a:pathLst>
                <a:path w="45719" h="6858000">
                  <a:moveTo>
                    <a:pt x="45719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5719" y="6858000"/>
                  </a:lnTo>
                  <a:lnTo>
                    <a:pt x="45719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04316" y="0"/>
              <a:ext cx="10372725" cy="6858000"/>
            </a:xfrm>
            <a:custGeom>
              <a:avLst/>
              <a:gdLst/>
              <a:ahLst/>
              <a:cxnLst/>
              <a:rect l="l" t="t" r="r" b="b"/>
              <a:pathLst>
                <a:path w="10372725" h="6858000">
                  <a:moveTo>
                    <a:pt x="1037234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372344" y="6858000"/>
                  </a:lnTo>
                  <a:lnTo>
                    <a:pt x="103723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11376660" y="0"/>
              <a:ext cx="27940" cy="6858000"/>
            </a:xfrm>
            <a:custGeom>
              <a:avLst/>
              <a:gdLst/>
              <a:ahLst/>
              <a:cxnLst/>
              <a:rect l="l" t="t" r="r" b="b"/>
              <a:pathLst>
                <a:path w="27940" h="6858000">
                  <a:moveTo>
                    <a:pt x="2743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7431" y="6858000"/>
                  </a:lnTo>
                  <a:lnTo>
                    <a:pt x="27431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+mn-lt"/>
                <a:cs typeface="Lucida Sans Unicode"/>
              </a:rPr>
              <a:t>◤</a:t>
            </a:r>
            <a:endParaRPr sz="1800">
              <a:latin typeface="+mn-lt"/>
              <a:cs typeface="Lucida Sans Unicode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>
              <a:latin typeface="+mn-l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2543936" y="778891"/>
            <a:ext cx="8487537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2563" algn="r">
              <a:lnSpc>
                <a:spcPct val="100000"/>
              </a:lnSpc>
              <a:spcBef>
                <a:spcPts val="95"/>
              </a:spcBef>
            </a:pPr>
            <a:r>
              <a:rPr lang="tr-TR" dirty="0" smtClean="0">
                <a:latin typeface="+mn-lt"/>
              </a:rPr>
              <a:t>Pasif Bilgi Toplama Araçları</a:t>
            </a:r>
            <a:endParaRPr spc="-10" dirty="0">
              <a:latin typeface="+mn-l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8426" y="6081471"/>
            <a:ext cx="123111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+mn-lt"/>
                <a:cs typeface="Microsoft Sans Serif"/>
              </a:rPr>
              <a:t>23.09.2025</a:t>
            </a:r>
            <a:endParaRPr sz="800">
              <a:latin typeface="+mn-lt"/>
              <a:cs typeface="Microsoft Sans Serif"/>
            </a:endParaRPr>
          </a:p>
        </p:txBody>
      </p:sp>
      <p:pic>
        <p:nvPicPr>
          <p:cNvPr id="17" name="Resim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4783" y="1779211"/>
            <a:ext cx="6249272" cy="4277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0983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31592" y="2104643"/>
              <a:ext cx="9360408" cy="475335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2190476" cy="68579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965200" cy="6858000"/>
            </a:xfrm>
            <a:custGeom>
              <a:avLst/>
              <a:gdLst/>
              <a:ahLst/>
              <a:cxnLst/>
              <a:rect l="l" t="t" r="r" b="b"/>
              <a:pathLst>
                <a:path w="965200" h="6858000">
                  <a:moveTo>
                    <a:pt x="96469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964691" y="6858000"/>
                  </a:lnTo>
                  <a:lnTo>
                    <a:pt x="964691" y="0"/>
                  </a:lnTo>
                  <a:close/>
                </a:path>
              </a:pathLst>
            </a:custGeom>
            <a:solidFill>
              <a:srgbClr val="2C241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961644" y="0"/>
            <a:ext cx="10442575" cy="6858000"/>
            <a:chOff x="961644" y="0"/>
            <a:chExt cx="10442575" cy="6858000"/>
          </a:xfrm>
        </p:grpSpPr>
        <p:sp>
          <p:nvSpPr>
            <p:cNvPr id="8" name="object 8"/>
            <p:cNvSpPr/>
            <p:nvPr/>
          </p:nvSpPr>
          <p:spPr>
            <a:xfrm>
              <a:off x="961644" y="0"/>
              <a:ext cx="45720" cy="6858000"/>
            </a:xfrm>
            <a:custGeom>
              <a:avLst/>
              <a:gdLst/>
              <a:ahLst/>
              <a:cxnLst/>
              <a:rect l="l" t="t" r="r" b="b"/>
              <a:pathLst>
                <a:path w="45719" h="6858000">
                  <a:moveTo>
                    <a:pt x="45719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5719" y="6858000"/>
                  </a:lnTo>
                  <a:lnTo>
                    <a:pt x="45719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04316" y="0"/>
              <a:ext cx="10372725" cy="6858000"/>
            </a:xfrm>
            <a:custGeom>
              <a:avLst/>
              <a:gdLst/>
              <a:ahLst/>
              <a:cxnLst/>
              <a:rect l="l" t="t" r="r" b="b"/>
              <a:pathLst>
                <a:path w="10372725" h="6858000">
                  <a:moveTo>
                    <a:pt x="1037234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372344" y="6858000"/>
                  </a:lnTo>
                  <a:lnTo>
                    <a:pt x="103723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11376660" y="0"/>
              <a:ext cx="27940" cy="6858000"/>
            </a:xfrm>
            <a:custGeom>
              <a:avLst/>
              <a:gdLst/>
              <a:ahLst/>
              <a:cxnLst/>
              <a:rect l="l" t="t" r="r" b="b"/>
              <a:pathLst>
                <a:path w="27940" h="6858000">
                  <a:moveTo>
                    <a:pt x="2743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7431" y="6858000"/>
                  </a:lnTo>
                  <a:lnTo>
                    <a:pt x="27431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+mn-lt"/>
                <a:cs typeface="Lucida Sans Unicode"/>
              </a:rPr>
              <a:t>◤</a:t>
            </a:r>
            <a:endParaRPr sz="1800">
              <a:latin typeface="+mn-lt"/>
              <a:cs typeface="Lucida Sans Unicode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>
              <a:latin typeface="+mn-l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2543936" y="778891"/>
            <a:ext cx="8487537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2563" algn="r">
              <a:lnSpc>
                <a:spcPct val="100000"/>
              </a:lnSpc>
              <a:spcBef>
                <a:spcPts val="95"/>
              </a:spcBef>
            </a:pPr>
            <a:r>
              <a:rPr lang="tr-TR" dirty="0" smtClean="0">
                <a:latin typeface="+mn-lt"/>
              </a:rPr>
              <a:t>Aktif Bilgi Toplama Araçları</a:t>
            </a:r>
            <a:endParaRPr spc="-10" dirty="0">
              <a:latin typeface="+mn-l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8426" y="6081471"/>
            <a:ext cx="123111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+mn-lt"/>
                <a:cs typeface="Microsoft Sans Serif"/>
              </a:rPr>
              <a:t>23.09.2025</a:t>
            </a:r>
            <a:endParaRPr sz="800">
              <a:latin typeface="+mn-lt"/>
              <a:cs typeface="Microsoft Sans Serif"/>
            </a:endParaRPr>
          </a:p>
        </p:txBody>
      </p:sp>
      <p:pic>
        <p:nvPicPr>
          <p:cNvPr id="14" name="Resim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70416" y="1791377"/>
            <a:ext cx="7649643" cy="4429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53239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31592" y="2104643"/>
              <a:ext cx="9360408" cy="475335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2190476" cy="68579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965200" cy="6858000"/>
            </a:xfrm>
            <a:custGeom>
              <a:avLst/>
              <a:gdLst/>
              <a:ahLst/>
              <a:cxnLst/>
              <a:rect l="l" t="t" r="r" b="b"/>
              <a:pathLst>
                <a:path w="965200" h="6858000">
                  <a:moveTo>
                    <a:pt x="96469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964691" y="6858000"/>
                  </a:lnTo>
                  <a:lnTo>
                    <a:pt x="964691" y="0"/>
                  </a:lnTo>
                  <a:close/>
                </a:path>
              </a:pathLst>
            </a:custGeom>
            <a:solidFill>
              <a:srgbClr val="2C241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961644" y="0"/>
            <a:ext cx="10442575" cy="6858000"/>
            <a:chOff x="961644" y="0"/>
            <a:chExt cx="10442575" cy="6858000"/>
          </a:xfrm>
        </p:grpSpPr>
        <p:sp>
          <p:nvSpPr>
            <p:cNvPr id="8" name="object 8"/>
            <p:cNvSpPr/>
            <p:nvPr/>
          </p:nvSpPr>
          <p:spPr>
            <a:xfrm>
              <a:off x="961644" y="0"/>
              <a:ext cx="45720" cy="6858000"/>
            </a:xfrm>
            <a:custGeom>
              <a:avLst/>
              <a:gdLst/>
              <a:ahLst/>
              <a:cxnLst/>
              <a:rect l="l" t="t" r="r" b="b"/>
              <a:pathLst>
                <a:path w="45719" h="6858000">
                  <a:moveTo>
                    <a:pt x="45719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5719" y="6858000"/>
                  </a:lnTo>
                  <a:lnTo>
                    <a:pt x="45719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04316" y="0"/>
              <a:ext cx="10372725" cy="6858000"/>
            </a:xfrm>
            <a:custGeom>
              <a:avLst/>
              <a:gdLst/>
              <a:ahLst/>
              <a:cxnLst/>
              <a:rect l="l" t="t" r="r" b="b"/>
              <a:pathLst>
                <a:path w="10372725" h="6858000">
                  <a:moveTo>
                    <a:pt x="1037234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372344" y="6858000"/>
                  </a:lnTo>
                  <a:lnTo>
                    <a:pt x="103723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11376660" y="0"/>
              <a:ext cx="27940" cy="6858000"/>
            </a:xfrm>
            <a:custGeom>
              <a:avLst/>
              <a:gdLst/>
              <a:ahLst/>
              <a:cxnLst/>
              <a:rect l="l" t="t" r="r" b="b"/>
              <a:pathLst>
                <a:path w="27940" h="6858000">
                  <a:moveTo>
                    <a:pt x="2743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7431" y="6858000"/>
                  </a:lnTo>
                  <a:lnTo>
                    <a:pt x="27431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+mn-lt"/>
                <a:cs typeface="Lucida Sans Unicode"/>
              </a:rPr>
              <a:t>◤</a:t>
            </a:r>
            <a:endParaRPr sz="1800">
              <a:latin typeface="+mn-lt"/>
              <a:cs typeface="Lucida Sans Unicode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>
              <a:latin typeface="+mn-l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2543936" y="778891"/>
            <a:ext cx="8487537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2563" algn="r">
              <a:lnSpc>
                <a:spcPct val="100000"/>
              </a:lnSpc>
              <a:spcBef>
                <a:spcPts val="95"/>
              </a:spcBef>
            </a:pPr>
            <a:r>
              <a:rPr lang="tr-TR" dirty="0" smtClean="0">
                <a:latin typeface="+mn-lt"/>
              </a:rPr>
              <a:t>w</a:t>
            </a:r>
            <a:r>
              <a:rPr lang="tr-TR" dirty="0" smtClean="0">
                <a:latin typeface="+mn-lt"/>
              </a:rPr>
              <a:t>hois.com / whois.com.tr</a:t>
            </a:r>
            <a:endParaRPr spc="-10" dirty="0">
              <a:latin typeface="+mn-l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8426" y="6081471"/>
            <a:ext cx="123111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+mn-lt"/>
                <a:cs typeface="Microsoft Sans Serif"/>
              </a:rPr>
              <a:t>23.09.2025</a:t>
            </a:r>
            <a:endParaRPr sz="800">
              <a:latin typeface="+mn-lt"/>
              <a:cs typeface="Microsoft Sans Serif"/>
            </a:endParaRPr>
          </a:p>
        </p:txBody>
      </p:sp>
      <p:pic>
        <p:nvPicPr>
          <p:cNvPr id="17" name="Resim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05553" y="1701190"/>
            <a:ext cx="8078327" cy="4915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6918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31592" y="2104643"/>
              <a:ext cx="9360408" cy="475335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2190476" cy="68579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965200" cy="6858000"/>
            </a:xfrm>
            <a:custGeom>
              <a:avLst/>
              <a:gdLst/>
              <a:ahLst/>
              <a:cxnLst/>
              <a:rect l="l" t="t" r="r" b="b"/>
              <a:pathLst>
                <a:path w="965200" h="6858000">
                  <a:moveTo>
                    <a:pt x="96469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964691" y="6858000"/>
                  </a:lnTo>
                  <a:lnTo>
                    <a:pt x="964691" y="0"/>
                  </a:lnTo>
                  <a:close/>
                </a:path>
              </a:pathLst>
            </a:custGeom>
            <a:solidFill>
              <a:srgbClr val="2C241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961644" y="0"/>
            <a:ext cx="10442575" cy="6858000"/>
            <a:chOff x="961644" y="0"/>
            <a:chExt cx="10442575" cy="6858000"/>
          </a:xfrm>
        </p:grpSpPr>
        <p:sp>
          <p:nvSpPr>
            <p:cNvPr id="8" name="object 8"/>
            <p:cNvSpPr/>
            <p:nvPr/>
          </p:nvSpPr>
          <p:spPr>
            <a:xfrm>
              <a:off x="961644" y="0"/>
              <a:ext cx="45720" cy="6858000"/>
            </a:xfrm>
            <a:custGeom>
              <a:avLst/>
              <a:gdLst/>
              <a:ahLst/>
              <a:cxnLst/>
              <a:rect l="l" t="t" r="r" b="b"/>
              <a:pathLst>
                <a:path w="45719" h="6858000">
                  <a:moveTo>
                    <a:pt x="45719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5719" y="6858000"/>
                  </a:lnTo>
                  <a:lnTo>
                    <a:pt x="45719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04316" y="0"/>
              <a:ext cx="10372725" cy="6858000"/>
            </a:xfrm>
            <a:custGeom>
              <a:avLst/>
              <a:gdLst/>
              <a:ahLst/>
              <a:cxnLst/>
              <a:rect l="l" t="t" r="r" b="b"/>
              <a:pathLst>
                <a:path w="10372725" h="6858000">
                  <a:moveTo>
                    <a:pt x="1037234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372344" y="6858000"/>
                  </a:lnTo>
                  <a:lnTo>
                    <a:pt x="103723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11376660" y="0"/>
              <a:ext cx="27940" cy="6858000"/>
            </a:xfrm>
            <a:custGeom>
              <a:avLst/>
              <a:gdLst/>
              <a:ahLst/>
              <a:cxnLst/>
              <a:rect l="l" t="t" r="r" b="b"/>
              <a:pathLst>
                <a:path w="27940" h="6858000">
                  <a:moveTo>
                    <a:pt x="2743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7431" y="6858000"/>
                  </a:lnTo>
                  <a:lnTo>
                    <a:pt x="27431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+mn-lt"/>
                <a:cs typeface="Lucida Sans Unicode"/>
              </a:rPr>
              <a:t>◤</a:t>
            </a:r>
            <a:endParaRPr sz="1800">
              <a:latin typeface="+mn-lt"/>
              <a:cs typeface="Lucida Sans Unicode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>
              <a:latin typeface="+mn-l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2543936" y="778891"/>
            <a:ext cx="8487537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2563" algn="r">
              <a:lnSpc>
                <a:spcPct val="100000"/>
              </a:lnSpc>
              <a:spcBef>
                <a:spcPts val="95"/>
              </a:spcBef>
            </a:pPr>
            <a:r>
              <a:rPr lang="tr-TR" dirty="0" err="1" smtClean="0">
                <a:latin typeface="+mn-lt"/>
              </a:rPr>
              <a:t>whois</a:t>
            </a:r>
            <a:endParaRPr spc="-10" dirty="0">
              <a:latin typeface="+mn-l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8426" y="6081471"/>
            <a:ext cx="123111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+mn-lt"/>
                <a:cs typeface="Microsoft Sans Serif"/>
              </a:rPr>
              <a:t>23.09.2025</a:t>
            </a:r>
            <a:endParaRPr sz="800">
              <a:latin typeface="+mn-lt"/>
              <a:cs typeface="Microsoft Sans Serif"/>
            </a:endParaRPr>
          </a:p>
        </p:txBody>
      </p:sp>
      <p:pic>
        <p:nvPicPr>
          <p:cNvPr id="18" name="Resim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8856" y="1750646"/>
            <a:ext cx="5184344" cy="4802164"/>
          </a:xfrm>
          <a:prstGeom prst="rect">
            <a:avLst/>
          </a:prstGeom>
        </p:spPr>
      </p:pic>
      <p:pic>
        <p:nvPicPr>
          <p:cNvPr id="19" name="Resim 1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9223" y="1750646"/>
            <a:ext cx="4562140" cy="2634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20586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31592" y="2104643"/>
              <a:ext cx="9360408" cy="475335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2190476" cy="68579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965200" cy="6858000"/>
            </a:xfrm>
            <a:custGeom>
              <a:avLst/>
              <a:gdLst/>
              <a:ahLst/>
              <a:cxnLst/>
              <a:rect l="l" t="t" r="r" b="b"/>
              <a:pathLst>
                <a:path w="965200" h="6858000">
                  <a:moveTo>
                    <a:pt x="96469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964691" y="6858000"/>
                  </a:lnTo>
                  <a:lnTo>
                    <a:pt x="964691" y="0"/>
                  </a:lnTo>
                  <a:close/>
                </a:path>
              </a:pathLst>
            </a:custGeom>
            <a:solidFill>
              <a:srgbClr val="2C241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961644" y="0"/>
            <a:ext cx="10442575" cy="6858000"/>
            <a:chOff x="961644" y="0"/>
            <a:chExt cx="10442575" cy="6858000"/>
          </a:xfrm>
        </p:grpSpPr>
        <p:sp>
          <p:nvSpPr>
            <p:cNvPr id="8" name="object 8"/>
            <p:cNvSpPr/>
            <p:nvPr/>
          </p:nvSpPr>
          <p:spPr>
            <a:xfrm>
              <a:off x="961644" y="0"/>
              <a:ext cx="45720" cy="6858000"/>
            </a:xfrm>
            <a:custGeom>
              <a:avLst/>
              <a:gdLst/>
              <a:ahLst/>
              <a:cxnLst/>
              <a:rect l="l" t="t" r="r" b="b"/>
              <a:pathLst>
                <a:path w="45719" h="6858000">
                  <a:moveTo>
                    <a:pt x="45719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5719" y="6858000"/>
                  </a:lnTo>
                  <a:lnTo>
                    <a:pt x="45719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04316" y="0"/>
              <a:ext cx="10372725" cy="6858000"/>
            </a:xfrm>
            <a:custGeom>
              <a:avLst/>
              <a:gdLst/>
              <a:ahLst/>
              <a:cxnLst/>
              <a:rect l="l" t="t" r="r" b="b"/>
              <a:pathLst>
                <a:path w="10372725" h="6858000">
                  <a:moveTo>
                    <a:pt x="1037234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372344" y="6858000"/>
                  </a:lnTo>
                  <a:lnTo>
                    <a:pt x="103723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11376660" y="0"/>
              <a:ext cx="27940" cy="6858000"/>
            </a:xfrm>
            <a:custGeom>
              <a:avLst/>
              <a:gdLst/>
              <a:ahLst/>
              <a:cxnLst/>
              <a:rect l="l" t="t" r="r" b="b"/>
              <a:pathLst>
                <a:path w="27940" h="6858000">
                  <a:moveTo>
                    <a:pt x="2743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7431" y="6858000"/>
                  </a:lnTo>
                  <a:lnTo>
                    <a:pt x="27431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+mn-lt"/>
                <a:cs typeface="Lucida Sans Unicode"/>
              </a:rPr>
              <a:t>◤</a:t>
            </a:r>
            <a:endParaRPr sz="1800">
              <a:latin typeface="+mn-lt"/>
              <a:cs typeface="Lucida Sans Unicode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>
              <a:latin typeface="+mn-l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2543936" y="778891"/>
            <a:ext cx="8487537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2563" algn="r">
              <a:lnSpc>
                <a:spcPct val="100000"/>
              </a:lnSpc>
              <a:spcBef>
                <a:spcPts val="95"/>
              </a:spcBef>
            </a:pPr>
            <a:r>
              <a:rPr lang="tr-TR" dirty="0" err="1" smtClean="0">
                <a:latin typeface="+mn-lt"/>
              </a:rPr>
              <a:t>google</a:t>
            </a:r>
            <a:endParaRPr spc="-10" dirty="0">
              <a:latin typeface="+mn-l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8426" y="6081471"/>
            <a:ext cx="123111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+mn-lt"/>
                <a:cs typeface="Microsoft Sans Serif"/>
              </a:rPr>
              <a:t>23.09.2025</a:t>
            </a:r>
            <a:endParaRPr sz="800">
              <a:latin typeface="+mn-lt"/>
              <a:cs typeface="Microsoft Sans Serif"/>
            </a:endParaRPr>
          </a:p>
        </p:txBody>
      </p:sp>
      <p:pic>
        <p:nvPicPr>
          <p:cNvPr id="14" name="Resim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75391" y="1554394"/>
            <a:ext cx="6039693" cy="5039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9234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31592" y="2104643"/>
              <a:ext cx="9360408" cy="475335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2190476" cy="68579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965200" cy="6858000"/>
            </a:xfrm>
            <a:custGeom>
              <a:avLst/>
              <a:gdLst/>
              <a:ahLst/>
              <a:cxnLst/>
              <a:rect l="l" t="t" r="r" b="b"/>
              <a:pathLst>
                <a:path w="965200" h="6858000">
                  <a:moveTo>
                    <a:pt x="96469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964691" y="6858000"/>
                  </a:lnTo>
                  <a:lnTo>
                    <a:pt x="964691" y="0"/>
                  </a:lnTo>
                  <a:close/>
                </a:path>
              </a:pathLst>
            </a:custGeom>
            <a:solidFill>
              <a:srgbClr val="2C241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961644" y="0"/>
            <a:ext cx="10442575" cy="6858000"/>
            <a:chOff x="961644" y="0"/>
            <a:chExt cx="10442575" cy="6858000"/>
          </a:xfrm>
        </p:grpSpPr>
        <p:sp>
          <p:nvSpPr>
            <p:cNvPr id="8" name="object 8"/>
            <p:cNvSpPr/>
            <p:nvPr/>
          </p:nvSpPr>
          <p:spPr>
            <a:xfrm>
              <a:off x="961644" y="0"/>
              <a:ext cx="45720" cy="6858000"/>
            </a:xfrm>
            <a:custGeom>
              <a:avLst/>
              <a:gdLst/>
              <a:ahLst/>
              <a:cxnLst/>
              <a:rect l="l" t="t" r="r" b="b"/>
              <a:pathLst>
                <a:path w="45719" h="6858000">
                  <a:moveTo>
                    <a:pt x="45719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5719" y="6858000"/>
                  </a:lnTo>
                  <a:lnTo>
                    <a:pt x="45719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04316" y="0"/>
              <a:ext cx="10372725" cy="6858000"/>
            </a:xfrm>
            <a:custGeom>
              <a:avLst/>
              <a:gdLst/>
              <a:ahLst/>
              <a:cxnLst/>
              <a:rect l="l" t="t" r="r" b="b"/>
              <a:pathLst>
                <a:path w="10372725" h="6858000">
                  <a:moveTo>
                    <a:pt x="1037234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372344" y="6858000"/>
                  </a:lnTo>
                  <a:lnTo>
                    <a:pt x="103723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11376660" y="0"/>
              <a:ext cx="27940" cy="6858000"/>
            </a:xfrm>
            <a:custGeom>
              <a:avLst/>
              <a:gdLst/>
              <a:ahLst/>
              <a:cxnLst/>
              <a:rect l="l" t="t" r="r" b="b"/>
              <a:pathLst>
                <a:path w="27940" h="6858000">
                  <a:moveTo>
                    <a:pt x="2743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7431" y="6858000"/>
                  </a:lnTo>
                  <a:lnTo>
                    <a:pt x="27431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+mn-lt"/>
                <a:cs typeface="Lucida Sans Unicode"/>
              </a:rPr>
              <a:t>◤</a:t>
            </a:r>
            <a:endParaRPr sz="1800">
              <a:latin typeface="+mn-lt"/>
              <a:cs typeface="Lucida Sans Unicode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>
              <a:latin typeface="+mn-l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2543936" y="778891"/>
            <a:ext cx="8487537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2563" algn="r">
              <a:lnSpc>
                <a:spcPct val="100000"/>
              </a:lnSpc>
              <a:spcBef>
                <a:spcPts val="95"/>
              </a:spcBef>
            </a:pPr>
            <a:r>
              <a:rPr lang="tr-TR" dirty="0" err="1" smtClean="0">
                <a:latin typeface="+mn-lt"/>
              </a:rPr>
              <a:t>google</a:t>
            </a:r>
            <a:endParaRPr spc="-10" dirty="0">
              <a:latin typeface="+mn-l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8426" y="6081471"/>
            <a:ext cx="123111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+mn-lt"/>
                <a:cs typeface="Microsoft Sans Serif"/>
              </a:rPr>
              <a:t>23.09.2025</a:t>
            </a:r>
            <a:endParaRPr sz="800">
              <a:latin typeface="+mn-lt"/>
              <a:cs typeface="Microsoft Sans Serif"/>
            </a:endParaRPr>
          </a:p>
        </p:txBody>
      </p:sp>
      <p:pic>
        <p:nvPicPr>
          <p:cNvPr id="14" name="Resim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6982" y="1571019"/>
            <a:ext cx="5149161" cy="4296381"/>
          </a:xfrm>
          <a:prstGeom prst="rect">
            <a:avLst/>
          </a:prstGeom>
        </p:spPr>
      </p:pic>
      <p:pic>
        <p:nvPicPr>
          <p:cNvPr id="17" name="Resim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7020" y="1635198"/>
            <a:ext cx="4784138" cy="4689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8748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31592" y="2104643"/>
              <a:ext cx="9360408" cy="475335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2190476" cy="68579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965200" cy="6858000"/>
            </a:xfrm>
            <a:custGeom>
              <a:avLst/>
              <a:gdLst/>
              <a:ahLst/>
              <a:cxnLst/>
              <a:rect l="l" t="t" r="r" b="b"/>
              <a:pathLst>
                <a:path w="965200" h="6858000">
                  <a:moveTo>
                    <a:pt x="96469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964691" y="6858000"/>
                  </a:lnTo>
                  <a:lnTo>
                    <a:pt x="964691" y="0"/>
                  </a:lnTo>
                  <a:close/>
                </a:path>
              </a:pathLst>
            </a:custGeom>
            <a:solidFill>
              <a:srgbClr val="2C241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961644" y="0"/>
            <a:ext cx="10442575" cy="6858000"/>
            <a:chOff x="961644" y="0"/>
            <a:chExt cx="10442575" cy="6858000"/>
          </a:xfrm>
        </p:grpSpPr>
        <p:sp>
          <p:nvSpPr>
            <p:cNvPr id="8" name="object 8"/>
            <p:cNvSpPr/>
            <p:nvPr/>
          </p:nvSpPr>
          <p:spPr>
            <a:xfrm>
              <a:off x="961644" y="0"/>
              <a:ext cx="45720" cy="6858000"/>
            </a:xfrm>
            <a:custGeom>
              <a:avLst/>
              <a:gdLst/>
              <a:ahLst/>
              <a:cxnLst/>
              <a:rect l="l" t="t" r="r" b="b"/>
              <a:pathLst>
                <a:path w="45719" h="6858000">
                  <a:moveTo>
                    <a:pt x="45719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5719" y="6858000"/>
                  </a:lnTo>
                  <a:lnTo>
                    <a:pt x="45719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04316" y="0"/>
              <a:ext cx="10372725" cy="6858000"/>
            </a:xfrm>
            <a:custGeom>
              <a:avLst/>
              <a:gdLst/>
              <a:ahLst/>
              <a:cxnLst/>
              <a:rect l="l" t="t" r="r" b="b"/>
              <a:pathLst>
                <a:path w="10372725" h="6858000">
                  <a:moveTo>
                    <a:pt x="1037234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372344" y="6858000"/>
                  </a:lnTo>
                  <a:lnTo>
                    <a:pt x="103723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11376660" y="0"/>
              <a:ext cx="27940" cy="6858000"/>
            </a:xfrm>
            <a:custGeom>
              <a:avLst/>
              <a:gdLst/>
              <a:ahLst/>
              <a:cxnLst/>
              <a:rect l="l" t="t" r="r" b="b"/>
              <a:pathLst>
                <a:path w="27940" h="6858000">
                  <a:moveTo>
                    <a:pt x="2743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7431" y="6858000"/>
                  </a:lnTo>
                  <a:lnTo>
                    <a:pt x="27431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+mn-lt"/>
                <a:cs typeface="Lucida Sans Unicode"/>
              </a:rPr>
              <a:t>◤</a:t>
            </a:r>
            <a:endParaRPr sz="1800">
              <a:latin typeface="+mn-lt"/>
              <a:cs typeface="Lucida Sans Unicode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>
              <a:latin typeface="+mn-l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2543936" y="778891"/>
            <a:ext cx="8487537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2563" algn="r">
              <a:lnSpc>
                <a:spcPct val="100000"/>
              </a:lnSpc>
              <a:spcBef>
                <a:spcPts val="95"/>
              </a:spcBef>
            </a:pPr>
            <a:r>
              <a:rPr lang="tr-TR" dirty="0" smtClean="0">
                <a:latin typeface="+mn-lt"/>
              </a:rPr>
              <a:t>DNS Report</a:t>
            </a:r>
            <a:endParaRPr spc="-10" dirty="0">
              <a:latin typeface="+mn-l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8426" y="6081471"/>
            <a:ext cx="123111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+mn-lt"/>
                <a:cs typeface="Microsoft Sans Serif"/>
              </a:rPr>
              <a:t>23.09.2025</a:t>
            </a:r>
            <a:endParaRPr sz="800">
              <a:latin typeface="+mn-lt"/>
              <a:cs typeface="Microsoft Sans Serif"/>
            </a:endParaRPr>
          </a:p>
        </p:txBody>
      </p:sp>
      <p:pic>
        <p:nvPicPr>
          <p:cNvPr id="18" name="Resim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32603" y="1590353"/>
            <a:ext cx="6725270" cy="5267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542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51305" y="2991739"/>
            <a:ext cx="2266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618488" y="3968496"/>
            <a:ext cx="9380220" cy="62865"/>
          </a:xfrm>
          <a:custGeom>
            <a:avLst/>
            <a:gdLst/>
            <a:ahLst/>
            <a:cxnLst/>
            <a:rect l="l" t="t" r="r" b="b"/>
            <a:pathLst>
              <a:path w="9380220" h="62864">
                <a:moveTo>
                  <a:pt x="9380219" y="0"/>
                </a:moveTo>
                <a:lnTo>
                  <a:pt x="0" y="0"/>
                </a:lnTo>
                <a:lnTo>
                  <a:pt x="0" y="62483"/>
                </a:lnTo>
                <a:lnTo>
                  <a:pt x="9380219" y="62483"/>
                </a:lnTo>
                <a:lnTo>
                  <a:pt x="9380219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781936" y="3089224"/>
            <a:ext cx="9233535" cy="772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lang="tr-TR" sz="4900" dirty="0" smtClean="0">
                <a:solidFill>
                  <a:srgbClr val="FFFFFF"/>
                </a:solidFill>
                <a:latin typeface="Microsoft Sans Serif"/>
                <a:cs typeface="Microsoft Sans Serif"/>
              </a:rPr>
              <a:t>Konsol Komutları</a:t>
            </a:r>
            <a:endParaRPr sz="4900" dirty="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23.09.2025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31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31592" y="2104643"/>
              <a:ext cx="9360408" cy="475335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2190476" cy="68579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965200" cy="6858000"/>
            </a:xfrm>
            <a:custGeom>
              <a:avLst/>
              <a:gdLst/>
              <a:ahLst/>
              <a:cxnLst/>
              <a:rect l="l" t="t" r="r" b="b"/>
              <a:pathLst>
                <a:path w="965200" h="6858000">
                  <a:moveTo>
                    <a:pt x="96469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964691" y="6858000"/>
                  </a:lnTo>
                  <a:lnTo>
                    <a:pt x="964691" y="0"/>
                  </a:lnTo>
                  <a:close/>
                </a:path>
              </a:pathLst>
            </a:custGeom>
            <a:solidFill>
              <a:srgbClr val="2C241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965200" y="0"/>
            <a:ext cx="10442575" cy="6858000"/>
            <a:chOff x="961644" y="0"/>
            <a:chExt cx="10442575" cy="6858000"/>
          </a:xfrm>
        </p:grpSpPr>
        <p:sp>
          <p:nvSpPr>
            <p:cNvPr id="8" name="object 8"/>
            <p:cNvSpPr/>
            <p:nvPr/>
          </p:nvSpPr>
          <p:spPr>
            <a:xfrm>
              <a:off x="961644" y="0"/>
              <a:ext cx="45720" cy="6858000"/>
            </a:xfrm>
            <a:custGeom>
              <a:avLst/>
              <a:gdLst/>
              <a:ahLst/>
              <a:cxnLst/>
              <a:rect l="l" t="t" r="r" b="b"/>
              <a:pathLst>
                <a:path w="45719" h="6858000">
                  <a:moveTo>
                    <a:pt x="45719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5719" y="6858000"/>
                  </a:lnTo>
                  <a:lnTo>
                    <a:pt x="45719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04316" y="0"/>
              <a:ext cx="10372725" cy="6858000"/>
            </a:xfrm>
            <a:custGeom>
              <a:avLst/>
              <a:gdLst/>
              <a:ahLst/>
              <a:cxnLst/>
              <a:rect l="l" t="t" r="r" b="b"/>
              <a:pathLst>
                <a:path w="10372725" h="6858000">
                  <a:moveTo>
                    <a:pt x="1037234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372344" y="6858000"/>
                  </a:lnTo>
                  <a:lnTo>
                    <a:pt x="103723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11376660" y="0"/>
              <a:ext cx="27940" cy="6858000"/>
            </a:xfrm>
            <a:custGeom>
              <a:avLst/>
              <a:gdLst/>
              <a:ahLst/>
              <a:cxnLst/>
              <a:rect l="l" t="t" r="r" b="b"/>
              <a:pathLst>
                <a:path w="27940" h="6858000">
                  <a:moveTo>
                    <a:pt x="2743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7431" y="6858000"/>
                  </a:lnTo>
                  <a:lnTo>
                    <a:pt x="27431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+mn-lt"/>
                <a:cs typeface="Lucida Sans Unicode"/>
              </a:rPr>
              <a:t>◤</a:t>
            </a:r>
            <a:endParaRPr sz="1800">
              <a:latin typeface="+mn-lt"/>
              <a:cs typeface="Lucida Sans Unicode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>
              <a:latin typeface="+mn-l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2543936" y="778891"/>
            <a:ext cx="8487537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2563" algn="r">
              <a:lnSpc>
                <a:spcPct val="100000"/>
              </a:lnSpc>
              <a:spcBef>
                <a:spcPts val="95"/>
              </a:spcBef>
            </a:pPr>
            <a:r>
              <a:rPr lang="tr-TR" dirty="0" smtClean="0">
                <a:latin typeface="+mn-lt"/>
              </a:rPr>
              <a:t>Konsol Komutları</a:t>
            </a:r>
            <a:endParaRPr spc="-10" dirty="0">
              <a:latin typeface="+mn-l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8426" y="6081471"/>
            <a:ext cx="123111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+mn-lt"/>
                <a:cs typeface="Microsoft Sans Serif"/>
              </a:rPr>
              <a:t>23.09.2025</a:t>
            </a:r>
            <a:endParaRPr sz="800">
              <a:latin typeface="+mn-lt"/>
              <a:cs typeface="Microsoft Sans Serif"/>
            </a:endParaRPr>
          </a:p>
        </p:txBody>
      </p:sp>
      <p:pic>
        <p:nvPicPr>
          <p:cNvPr id="14" name="Resim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3567" y="2054732"/>
            <a:ext cx="9144002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31532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31592" y="2104643"/>
              <a:ext cx="9360408" cy="475335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2190476" cy="68579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965200" cy="6858000"/>
            </a:xfrm>
            <a:custGeom>
              <a:avLst/>
              <a:gdLst/>
              <a:ahLst/>
              <a:cxnLst/>
              <a:rect l="l" t="t" r="r" b="b"/>
              <a:pathLst>
                <a:path w="965200" h="6858000">
                  <a:moveTo>
                    <a:pt x="96469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964691" y="6858000"/>
                  </a:lnTo>
                  <a:lnTo>
                    <a:pt x="964691" y="0"/>
                  </a:lnTo>
                  <a:close/>
                </a:path>
              </a:pathLst>
            </a:custGeom>
            <a:solidFill>
              <a:srgbClr val="2C241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965200" y="0"/>
            <a:ext cx="10442575" cy="6858000"/>
            <a:chOff x="961644" y="0"/>
            <a:chExt cx="10442575" cy="6858000"/>
          </a:xfrm>
        </p:grpSpPr>
        <p:sp>
          <p:nvSpPr>
            <p:cNvPr id="8" name="object 8"/>
            <p:cNvSpPr/>
            <p:nvPr/>
          </p:nvSpPr>
          <p:spPr>
            <a:xfrm>
              <a:off x="961644" y="0"/>
              <a:ext cx="45720" cy="6858000"/>
            </a:xfrm>
            <a:custGeom>
              <a:avLst/>
              <a:gdLst/>
              <a:ahLst/>
              <a:cxnLst/>
              <a:rect l="l" t="t" r="r" b="b"/>
              <a:pathLst>
                <a:path w="45719" h="6858000">
                  <a:moveTo>
                    <a:pt x="45719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5719" y="6858000"/>
                  </a:lnTo>
                  <a:lnTo>
                    <a:pt x="45719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04316" y="0"/>
              <a:ext cx="10372725" cy="6858000"/>
            </a:xfrm>
            <a:custGeom>
              <a:avLst/>
              <a:gdLst/>
              <a:ahLst/>
              <a:cxnLst/>
              <a:rect l="l" t="t" r="r" b="b"/>
              <a:pathLst>
                <a:path w="10372725" h="6858000">
                  <a:moveTo>
                    <a:pt x="1037234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372344" y="6858000"/>
                  </a:lnTo>
                  <a:lnTo>
                    <a:pt x="103723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11376660" y="0"/>
              <a:ext cx="27940" cy="6858000"/>
            </a:xfrm>
            <a:custGeom>
              <a:avLst/>
              <a:gdLst/>
              <a:ahLst/>
              <a:cxnLst/>
              <a:rect l="l" t="t" r="r" b="b"/>
              <a:pathLst>
                <a:path w="27940" h="6858000">
                  <a:moveTo>
                    <a:pt x="2743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7431" y="6858000"/>
                  </a:lnTo>
                  <a:lnTo>
                    <a:pt x="27431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+mn-lt"/>
                <a:cs typeface="Lucida Sans Unicode"/>
              </a:rPr>
              <a:t>◤</a:t>
            </a:r>
            <a:endParaRPr sz="1800">
              <a:latin typeface="+mn-lt"/>
              <a:cs typeface="Lucida Sans Unicode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>
              <a:latin typeface="+mn-l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2543936" y="778891"/>
            <a:ext cx="8487537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2563" algn="r">
              <a:lnSpc>
                <a:spcPct val="100000"/>
              </a:lnSpc>
              <a:spcBef>
                <a:spcPts val="95"/>
              </a:spcBef>
            </a:pPr>
            <a:r>
              <a:rPr lang="tr-TR" dirty="0" smtClean="0">
                <a:latin typeface="+mn-lt"/>
              </a:rPr>
              <a:t>Konsol Komutları</a:t>
            </a:r>
            <a:endParaRPr spc="-10" dirty="0">
              <a:latin typeface="+mn-l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8426" y="6081471"/>
            <a:ext cx="123111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+mn-lt"/>
                <a:cs typeface="Microsoft Sans Serif"/>
              </a:rPr>
              <a:t>23.09.2025</a:t>
            </a:r>
            <a:endParaRPr sz="800">
              <a:latin typeface="+mn-lt"/>
              <a:cs typeface="Microsoft Sans Serif"/>
            </a:endParaRPr>
          </a:p>
        </p:txBody>
      </p:sp>
      <p:pic>
        <p:nvPicPr>
          <p:cNvPr id="19" name="Resim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32152" y="1706349"/>
            <a:ext cx="8926171" cy="485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38785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31592" y="2104643"/>
              <a:ext cx="9360408" cy="475335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2190476" cy="68579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965200" cy="6858000"/>
            </a:xfrm>
            <a:custGeom>
              <a:avLst/>
              <a:gdLst/>
              <a:ahLst/>
              <a:cxnLst/>
              <a:rect l="l" t="t" r="r" b="b"/>
              <a:pathLst>
                <a:path w="965200" h="6858000">
                  <a:moveTo>
                    <a:pt x="96469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964691" y="6858000"/>
                  </a:lnTo>
                  <a:lnTo>
                    <a:pt x="964691" y="0"/>
                  </a:lnTo>
                  <a:close/>
                </a:path>
              </a:pathLst>
            </a:custGeom>
            <a:solidFill>
              <a:srgbClr val="2C241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965200" y="0"/>
            <a:ext cx="10442575" cy="6858000"/>
            <a:chOff x="961644" y="0"/>
            <a:chExt cx="10442575" cy="6858000"/>
          </a:xfrm>
        </p:grpSpPr>
        <p:sp>
          <p:nvSpPr>
            <p:cNvPr id="8" name="object 8"/>
            <p:cNvSpPr/>
            <p:nvPr/>
          </p:nvSpPr>
          <p:spPr>
            <a:xfrm>
              <a:off x="961644" y="0"/>
              <a:ext cx="45720" cy="6858000"/>
            </a:xfrm>
            <a:custGeom>
              <a:avLst/>
              <a:gdLst/>
              <a:ahLst/>
              <a:cxnLst/>
              <a:rect l="l" t="t" r="r" b="b"/>
              <a:pathLst>
                <a:path w="45719" h="6858000">
                  <a:moveTo>
                    <a:pt x="45719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5719" y="6858000"/>
                  </a:lnTo>
                  <a:lnTo>
                    <a:pt x="45719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04316" y="0"/>
              <a:ext cx="10372725" cy="6858000"/>
            </a:xfrm>
            <a:custGeom>
              <a:avLst/>
              <a:gdLst/>
              <a:ahLst/>
              <a:cxnLst/>
              <a:rect l="l" t="t" r="r" b="b"/>
              <a:pathLst>
                <a:path w="10372725" h="6858000">
                  <a:moveTo>
                    <a:pt x="1037234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372344" y="6858000"/>
                  </a:lnTo>
                  <a:lnTo>
                    <a:pt x="103723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11376660" y="0"/>
              <a:ext cx="27940" cy="6858000"/>
            </a:xfrm>
            <a:custGeom>
              <a:avLst/>
              <a:gdLst/>
              <a:ahLst/>
              <a:cxnLst/>
              <a:rect l="l" t="t" r="r" b="b"/>
              <a:pathLst>
                <a:path w="27940" h="6858000">
                  <a:moveTo>
                    <a:pt x="2743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7431" y="6858000"/>
                  </a:lnTo>
                  <a:lnTo>
                    <a:pt x="27431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+mn-lt"/>
                <a:cs typeface="Lucida Sans Unicode"/>
              </a:rPr>
              <a:t>◤</a:t>
            </a:r>
            <a:endParaRPr sz="1800">
              <a:latin typeface="+mn-lt"/>
              <a:cs typeface="Lucida Sans Unicode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>
              <a:latin typeface="+mn-l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2543936" y="778891"/>
            <a:ext cx="8487537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2563" algn="r">
              <a:lnSpc>
                <a:spcPct val="100000"/>
              </a:lnSpc>
              <a:spcBef>
                <a:spcPts val="95"/>
              </a:spcBef>
            </a:pPr>
            <a:r>
              <a:rPr lang="tr-TR" dirty="0" smtClean="0">
                <a:latin typeface="+mn-lt"/>
              </a:rPr>
              <a:t>Konsol Komutları</a:t>
            </a:r>
            <a:endParaRPr spc="-10" dirty="0">
              <a:latin typeface="+mn-l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8426" y="6081471"/>
            <a:ext cx="123111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+mn-lt"/>
                <a:cs typeface="Microsoft Sans Serif"/>
              </a:rPr>
              <a:t>23.09.2025</a:t>
            </a:r>
            <a:endParaRPr sz="800">
              <a:latin typeface="+mn-lt"/>
              <a:cs typeface="Microsoft Sans Serif"/>
            </a:endParaRPr>
          </a:p>
        </p:txBody>
      </p:sp>
      <p:pic>
        <p:nvPicPr>
          <p:cNvPr id="14" name="Resim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55968" y="1755670"/>
            <a:ext cx="8878539" cy="2648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24161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31592" y="2104643"/>
              <a:ext cx="9360408" cy="475335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2190476" cy="68579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965200" cy="6858000"/>
            </a:xfrm>
            <a:custGeom>
              <a:avLst/>
              <a:gdLst/>
              <a:ahLst/>
              <a:cxnLst/>
              <a:rect l="l" t="t" r="r" b="b"/>
              <a:pathLst>
                <a:path w="965200" h="6858000">
                  <a:moveTo>
                    <a:pt x="96469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964691" y="6858000"/>
                  </a:lnTo>
                  <a:lnTo>
                    <a:pt x="964691" y="0"/>
                  </a:lnTo>
                  <a:close/>
                </a:path>
              </a:pathLst>
            </a:custGeom>
            <a:solidFill>
              <a:srgbClr val="2C241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965200" y="0"/>
            <a:ext cx="10442575" cy="6858000"/>
            <a:chOff x="961644" y="0"/>
            <a:chExt cx="10442575" cy="6858000"/>
          </a:xfrm>
        </p:grpSpPr>
        <p:sp>
          <p:nvSpPr>
            <p:cNvPr id="8" name="object 8"/>
            <p:cNvSpPr/>
            <p:nvPr/>
          </p:nvSpPr>
          <p:spPr>
            <a:xfrm>
              <a:off x="961644" y="0"/>
              <a:ext cx="45720" cy="6858000"/>
            </a:xfrm>
            <a:custGeom>
              <a:avLst/>
              <a:gdLst/>
              <a:ahLst/>
              <a:cxnLst/>
              <a:rect l="l" t="t" r="r" b="b"/>
              <a:pathLst>
                <a:path w="45719" h="6858000">
                  <a:moveTo>
                    <a:pt x="45719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5719" y="6858000"/>
                  </a:lnTo>
                  <a:lnTo>
                    <a:pt x="45719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04316" y="0"/>
              <a:ext cx="10372725" cy="6858000"/>
            </a:xfrm>
            <a:custGeom>
              <a:avLst/>
              <a:gdLst/>
              <a:ahLst/>
              <a:cxnLst/>
              <a:rect l="l" t="t" r="r" b="b"/>
              <a:pathLst>
                <a:path w="10372725" h="6858000">
                  <a:moveTo>
                    <a:pt x="1037234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372344" y="6858000"/>
                  </a:lnTo>
                  <a:lnTo>
                    <a:pt x="103723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11376660" y="0"/>
              <a:ext cx="27940" cy="6858000"/>
            </a:xfrm>
            <a:custGeom>
              <a:avLst/>
              <a:gdLst/>
              <a:ahLst/>
              <a:cxnLst/>
              <a:rect l="l" t="t" r="r" b="b"/>
              <a:pathLst>
                <a:path w="27940" h="6858000">
                  <a:moveTo>
                    <a:pt x="2743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7431" y="6858000"/>
                  </a:lnTo>
                  <a:lnTo>
                    <a:pt x="27431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+mn-lt"/>
                <a:cs typeface="Lucida Sans Unicode"/>
              </a:rPr>
              <a:t>◤</a:t>
            </a:r>
            <a:endParaRPr sz="1800">
              <a:latin typeface="+mn-lt"/>
              <a:cs typeface="Lucida Sans Unicode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>
              <a:latin typeface="+mn-l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2543936" y="778891"/>
            <a:ext cx="8487537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2563" algn="r">
              <a:lnSpc>
                <a:spcPct val="100000"/>
              </a:lnSpc>
              <a:spcBef>
                <a:spcPts val="95"/>
              </a:spcBef>
            </a:pPr>
            <a:r>
              <a:rPr lang="tr-TR" dirty="0" smtClean="0">
                <a:latin typeface="+mn-lt"/>
              </a:rPr>
              <a:t>Konsol Komutları</a:t>
            </a:r>
            <a:endParaRPr spc="-10" dirty="0">
              <a:latin typeface="+mn-l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8426" y="6081471"/>
            <a:ext cx="123111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+mn-lt"/>
                <a:cs typeface="Microsoft Sans Serif"/>
              </a:rPr>
              <a:t>23.09.2025</a:t>
            </a:r>
            <a:endParaRPr sz="800">
              <a:latin typeface="+mn-lt"/>
              <a:cs typeface="Microsoft Sans Serif"/>
            </a:endParaRPr>
          </a:p>
        </p:txBody>
      </p:sp>
      <p:pic>
        <p:nvPicPr>
          <p:cNvPr id="17" name="Resim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75021" y="1755670"/>
            <a:ext cx="8840434" cy="4105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40930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31592" y="2104643"/>
              <a:ext cx="9360408" cy="475335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2190476" cy="68579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965200" cy="6858000"/>
            </a:xfrm>
            <a:custGeom>
              <a:avLst/>
              <a:gdLst/>
              <a:ahLst/>
              <a:cxnLst/>
              <a:rect l="l" t="t" r="r" b="b"/>
              <a:pathLst>
                <a:path w="965200" h="6858000">
                  <a:moveTo>
                    <a:pt x="96469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964691" y="6858000"/>
                  </a:lnTo>
                  <a:lnTo>
                    <a:pt x="964691" y="0"/>
                  </a:lnTo>
                  <a:close/>
                </a:path>
              </a:pathLst>
            </a:custGeom>
            <a:solidFill>
              <a:srgbClr val="2C241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965200" y="0"/>
            <a:ext cx="10442575" cy="6858000"/>
            <a:chOff x="961644" y="0"/>
            <a:chExt cx="10442575" cy="6858000"/>
          </a:xfrm>
        </p:grpSpPr>
        <p:sp>
          <p:nvSpPr>
            <p:cNvPr id="8" name="object 8"/>
            <p:cNvSpPr/>
            <p:nvPr/>
          </p:nvSpPr>
          <p:spPr>
            <a:xfrm>
              <a:off x="961644" y="0"/>
              <a:ext cx="45720" cy="6858000"/>
            </a:xfrm>
            <a:custGeom>
              <a:avLst/>
              <a:gdLst/>
              <a:ahLst/>
              <a:cxnLst/>
              <a:rect l="l" t="t" r="r" b="b"/>
              <a:pathLst>
                <a:path w="45719" h="6858000">
                  <a:moveTo>
                    <a:pt x="45719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5719" y="6858000"/>
                  </a:lnTo>
                  <a:lnTo>
                    <a:pt x="45719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04316" y="0"/>
              <a:ext cx="10372725" cy="6858000"/>
            </a:xfrm>
            <a:custGeom>
              <a:avLst/>
              <a:gdLst/>
              <a:ahLst/>
              <a:cxnLst/>
              <a:rect l="l" t="t" r="r" b="b"/>
              <a:pathLst>
                <a:path w="10372725" h="6858000">
                  <a:moveTo>
                    <a:pt x="1037234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372344" y="6858000"/>
                  </a:lnTo>
                  <a:lnTo>
                    <a:pt x="103723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11376660" y="0"/>
              <a:ext cx="27940" cy="6858000"/>
            </a:xfrm>
            <a:custGeom>
              <a:avLst/>
              <a:gdLst/>
              <a:ahLst/>
              <a:cxnLst/>
              <a:rect l="l" t="t" r="r" b="b"/>
              <a:pathLst>
                <a:path w="27940" h="6858000">
                  <a:moveTo>
                    <a:pt x="2743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7431" y="6858000"/>
                  </a:lnTo>
                  <a:lnTo>
                    <a:pt x="27431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+mn-lt"/>
                <a:cs typeface="Lucida Sans Unicode"/>
              </a:rPr>
              <a:t>◤</a:t>
            </a:r>
            <a:endParaRPr sz="1800">
              <a:latin typeface="+mn-lt"/>
              <a:cs typeface="Lucida Sans Unicode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>
              <a:latin typeface="+mn-l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2543936" y="778891"/>
            <a:ext cx="8487537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2563" algn="r">
              <a:lnSpc>
                <a:spcPct val="100000"/>
              </a:lnSpc>
              <a:spcBef>
                <a:spcPts val="95"/>
              </a:spcBef>
            </a:pPr>
            <a:r>
              <a:rPr lang="tr-TR" dirty="0" smtClean="0">
                <a:latin typeface="+mn-lt"/>
              </a:rPr>
              <a:t>Konsol Komutları</a:t>
            </a:r>
            <a:endParaRPr spc="-10" dirty="0">
              <a:latin typeface="+mn-l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8426" y="6081471"/>
            <a:ext cx="123111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+mn-lt"/>
                <a:cs typeface="Microsoft Sans Serif"/>
              </a:rPr>
              <a:t>23.09.2025</a:t>
            </a:r>
            <a:endParaRPr sz="800">
              <a:latin typeface="+mn-lt"/>
              <a:cs typeface="Microsoft Sans Serif"/>
            </a:endParaRPr>
          </a:p>
        </p:txBody>
      </p:sp>
      <p:pic>
        <p:nvPicPr>
          <p:cNvPr id="14" name="Resim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24868" y="1755670"/>
            <a:ext cx="8849960" cy="4182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7382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31592" y="2104643"/>
              <a:ext cx="9360408" cy="475335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2190476" cy="68579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965200" cy="6858000"/>
            </a:xfrm>
            <a:custGeom>
              <a:avLst/>
              <a:gdLst/>
              <a:ahLst/>
              <a:cxnLst/>
              <a:rect l="l" t="t" r="r" b="b"/>
              <a:pathLst>
                <a:path w="965200" h="6858000">
                  <a:moveTo>
                    <a:pt x="96469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964691" y="6858000"/>
                  </a:lnTo>
                  <a:lnTo>
                    <a:pt x="964691" y="0"/>
                  </a:lnTo>
                  <a:close/>
                </a:path>
              </a:pathLst>
            </a:custGeom>
            <a:solidFill>
              <a:srgbClr val="2C241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965200" y="0"/>
            <a:ext cx="10442575" cy="6858000"/>
            <a:chOff x="961644" y="0"/>
            <a:chExt cx="10442575" cy="6858000"/>
          </a:xfrm>
        </p:grpSpPr>
        <p:sp>
          <p:nvSpPr>
            <p:cNvPr id="8" name="object 8"/>
            <p:cNvSpPr/>
            <p:nvPr/>
          </p:nvSpPr>
          <p:spPr>
            <a:xfrm>
              <a:off x="961644" y="0"/>
              <a:ext cx="45720" cy="6858000"/>
            </a:xfrm>
            <a:custGeom>
              <a:avLst/>
              <a:gdLst/>
              <a:ahLst/>
              <a:cxnLst/>
              <a:rect l="l" t="t" r="r" b="b"/>
              <a:pathLst>
                <a:path w="45719" h="6858000">
                  <a:moveTo>
                    <a:pt x="45719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5719" y="6858000"/>
                  </a:lnTo>
                  <a:lnTo>
                    <a:pt x="45719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04316" y="0"/>
              <a:ext cx="10372725" cy="6858000"/>
            </a:xfrm>
            <a:custGeom>
              <a:avLst/>
              <a:gdLst/>
              <a:ahLst/>
              <a:cxnLst/>
              <a:rect l="l" t="t" r="r" b="b"/>
              <a:pathLst>
                <a:path w="10372725" h="6858000">
                  <a:moveTo>
                    <a:pt x="1037234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372344" y="6858000"/>
                  </a:lnTo>
                  <a:lnTo>
                    <a:pt x="103723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11376660" y="0"/>
              <a:ext cx="27940" cy="6858000"/>
            </a:xfrm>
            <a:custGeom>
              <a:avLst/>
              <a:gdLst/>
              <a:ahLst/>
              <a:cxnLst/>
              <a:rect l="l" t="t" r="r" b="b"/>
              <a:pathLst>
                <a:path w="27940" h="6858000">
                  <a:moveTo>
                    <a:pt x="2743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7431" y="6858000"/>
                  </a:lnTo>
                  <a:lnTo>
                    <a:pt x="27431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+mn-lt"/>
                <a:cs typeface="Lucida Sans Unicode"/>
              </a:rPr>
              <a:t>◤</a:t>
            </a:r>
            <a:endParaRPr sz="1800">
              <a:latin typeface="+mn-lt"/>
              <a:cs typeface="Lucida Sans Unicode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>
              <a:latin typeface="+mn-l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2543936" y="778891"/>
            <a:ext cx="8487537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2563" algn="r">
              <a:lnSpc>
                <a:spcPct val="100000"/>
              </a:lnSpc>
              <a:spcBef>
                <a:spcPts val="95"/>
              </a:spcBef>
            </a:pPr>
            <a:r>
              <a:rPr lang="tr-TR" dirty="0" smtClean="0">
                <a:latin typeface="+mn-lt"/>
              </a:rPr>
              <a:t>Konsol Komutları</a:t>
            </a:r>
            <a:endParaRPr spc="-10" dirty="0">
              <a:latin typeface="+mn-l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8426" y="6081471"/>
            <a:ext cx="123111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+mn-lt"/>
                <a:cs typeface="Microsoft Sans Serif"/>
              </a:rPr>
              <a:t>23.09.2025</a:t>
            </a:r>
            <a:endParaRPr sz="800">
              <a:latin typeface="+mn-lt"/>
              <a:cs typeface="Microsoft Sans Serif"/>
            </a:endParaRPr>
          </a:p>
        </p:txBody>
      </p:sp>
      <p:pic>
        <p:nvPicPr>
          <p:cNvPr id="17" name="Resim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19104" y="1676802"/>
            <a:ext cx="6147825" cy="4796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2653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31592" y="2104643"/>
              <a:ext cx="9360408" cy="475335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2190476" cy="68579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965200" cy="6858000"/>
            </a:xfrm>
            <a:custGeom>
              <a:avLst/>
              <a:gdLst/>
              <a:ahLst/>
              <a:cxnLst/>
              <a:rect l="l" t="t" r="r" b="b"/>
              <a:pathLst>
                <a:path w="965200" h="6858000">
                  <a:moveTo>
                    <a:pt x="96469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964691" y="6858000"/>
                  </a:lnTo>
                  <a:lnTo>
                    <a:pt x="964691" y="0"/>
                  </a:lnTo>
                  <a:close/>
                </a:path>
              </a:pathLst>
            </a:custGeom>
            <a:solidFill>
              <a:srgbClr val="2C241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965200" y="0"/>
            <a:ext cx="10442575" cy="6858000"/>
            <a:chOff x="961644" y="0"/>
            <a:chExt cx="10442575" cy="6858000"/>
          </a:xfrm>
        </p:grpSpPr>
        <p:sp>
          <p:nvSpPr>
            <p:cNvPr id="8" name="object 8"/>
            <p:cNvSpPr/>
            <p:nvPr/>
          </p:nvSpPr>
          <p:spPr>
            <a:xfrm>
              <a:off x="961644" y="0"/>
              <a:ext cx="45720" cy="6858000"/>
            </a:xfrm>
            <a:custGeom>
              <a:avLst/>
              <a:gdLst/>
              <a:ahLst/>
              <a:cxnLst/>
              <a:rect l="l" t="t" r="r" b="b"/>
              <a:pathLst>
                <a:path w="45719" h="6858000">
                  <a:moveTo>
                    <a:pt x="45719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5719" y="6858000"/>
                  </a:lnTo>
                  <a:lnTo>
                    <a:pt x="45719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04316" y="0"/>
              <a:ext cx="10372725" cy="6858000"/>
            </a:xfrm>
            <a:custGeom>
              <a:avLst/>
              <a:gdLst/>
              <a:ahLst/>
              <a:cxnLst/>
              <a:rect l="l" t="t" r="r" b="b"/>
              <a:pathLst>
                <a:path w="10372725" h="6858000">
                  <a:moveTo>
                    <a:pt x="1037234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372344" y="6858000"/>
                  </a:lnTo>
                  <a:lnTo>
                    <a:pt x="103723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11376660" y="0"/>
              <a:ext cx="27940" cy="6858000"/>
            </a:xfrm>
            <a:custGeom>
              <a:avLst/>
              <a:gdLst/>
              <a:ahLst/>
              <a:cxnLst/>
              <a:rect l="l" t="t" r="r" b="b"/>
              <a:pathLst>
                <a:path w="27940" h="6858000">
                  <a:moveTo>
                    <a:pt x="2743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7431" y="6858000"/>
                  </a:lnTo>
                  <a:lnTo>
                    <a:pt x="27431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>
                <a:latin typeface="+mn-lt"/>
              </a:endParaRPr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+mn-lt"/>
                <a:cs typeface="Lucida Sans Unicode"/>
              </a:rPr>
              <a:t>◤</a:t>
            </a:r>
            <a:endParaRPr sz="1800">
              <a:latin typeface="+mn-lt"/>
              <a:cs typeface="Lucida Sans Unicode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>
              <a:latin typeface="+mn-l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2543936" y="778891"/>
            <a:ext cx="8487537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2563" algn="r">
              <a:lnSpc>
                <a:spcPct val="100000"/>
              </a:lnSpc>
              <a:spcBef>
                <a:spcPts val="95"/>
              </a:spcBef>
            </a:pPr>
            <a:r>
              <a:rPr lang="tr-TR" dirty="0" smtClean="0">
                <a:latin typeface="+mn-lt"/>
              </a:rPr>
              <a:t>Konsol Komutları</a:t>
            </a:r>
            <a:endParaRPr spc="-10" dirty="0">
              <a:latin typeface="+mn-l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8426" y="6081471"/>
            <a:ext cx="123111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+mn-lt"/>
                <a:cs typeface="Microsoft Sans Serif"/>
              </a:rPr>
              <a:t>23.09.2025</a:t>
            </a:r>
            <a:endParaRPr sz="800">
              <a:latin typeface="+mn-lt"/>
              <a:cs typeface="Microsoft Sans Serif"/>
            </a:endParaRPr>
          </a:p>
        </p:txBody>
      </p:sp>
      <p:pic>
        <p:nvPicPr>
          <p:cNvPr id="14" name="Resim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4054" y="1737853"/>
            <a:ext cx="5275137" cy="4287308"/>
          </a:xfrm>
          <a:prstGeom prst="rect">
            <a:avLst/>
          </a:prstGeom>
        </p:spPr>
      </p:pic>
      <p:pic>
        <p:nvPicPr>
          <p:cNvPr id="18" name="Resim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16260" y="1840879"/>
            <a:ext cx="5396431" cy="4125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64421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175</TotalTime>
  <Words>92</Words>
  <Application>Microsoft Office PowerPoint</Application>
  <PresentationFormat>Geniş ekran</PresentationFormat>
  <Paragraphs>64</Paragraphs>
  <Slides>21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21</vt:i4>
      </vt:variant>
    </vt:vector>
  </HeadingPairs>
  <TitlesOfParts>
    <vt:vector size="26" baseType="lpstr">
      <vt:lpstr>Arial</vt:lpstr>
      <vt:lpstr>Calibri</vt:lpstr>
      <vt:lpstr>Lucida Sans Unicode</vt:lpstr>
      <vt:lpstr>Microsoft Sans Serif</vt:lpstr>
      <vt:lpstr>Office Theme</vt:lpstr>
      <vt:lpstr>Siber Saldırılar</vt:lpstr>
      <vt:lpstr>Saldırı Aşamaları</vt:lpstr>
      <vt:lpstr>Saldırı Metadolojisi</vt:lpstr>
      <vt:lpstr>Saldırı Yöntem ve Çeşitleri</vt:lpstr>
      <vt:lpstr>Bilgi Toplama Yöntemleri</vt:lpstr>
      <vt:lpstr>Pasif Bilgi Toplama Araçları</vt:lpstr>
      <vt:lpstr>Pasif Bilgi Toplama Araçları</vt:lpstr>
      <vt:lpstr>Aktif Bilgi Toplama Araçları</vt:lpstr>
      <vt:lpstr>whois.com / whois.com.tr</vt:lpstr>
      <vt:lpstr>whois</vt:lpstr>
      <vt:lpstr>google</vt:lpstr>
      <vt:lpstr>google</vt:lpstr>
      <vt:lpstr>DNS Report</vt:lpstr>
      <vt:lpstr>PowerPoint Sunusu</vt:lpstr>
      <vt:lpstr>Konsol Komutları</vt:lpstr>
      <vt:lpstr>Konsol Komutları</vt:lpstr>
      <vt:lpstr>Konsol Komutları</vt:lpstr>
      <vt:lpstr>Konsol Komutları</vt:lpstr>
      <vt:lpstr>Konsol Komutları</vt:lpstr>
      <vt:lpstr>Konsol Komutları</vt:lpstr>
      <vt:lpstr>Konsol Komutları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creator>Esin Ünal</dc:creator>
  <cp:lastModifiedBy>Halil Arslan</cp:lastModifiedBy>
  <cp:revision>15</cp:revision>
  <dcterms:created xsi:type="dcterms:W3CDTF">2025-10-19T19:10:34Z</dcterms:created>
  <dcterms:modified xsi:type="dcterms:W3CDTF">2026-01-03T18:22:42Z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2025-09-23T00:00:00Z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2025-10-19T00:00:00Z</vt:filetime>
  </property>
  <property fmtid="{D5CDD505-2E9C-101B-9397-08002B2CF9AE}" pid="5" name="Producer">
    <vt:lpwstr>Microsoft® PowerPoint® 2016</vt:lpwstr>
  </property>
</Properties>
</file>